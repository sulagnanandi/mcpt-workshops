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Bebas Neue"/>
      <p:regular r:id="rId25"/>
    </p:embeddedFont>
    <p:embeddedFont>
      <p:font typeface="Rubik Black"/>
      <p:bold r:id="rId26"/>
      <p:boldItalic r:id="rId27"/>
    </p:embeddedFont>
    <p:embeddedFont>
      <p:font typeface="Rubik"/>
      <p:regular r:id="rId28"/>
      <p:bold r:id="rId29"/>
      <p:italic r:id="rId30"/>
      <p:boldItalic r:id="rId31"/>
    </p:embeddedFont>
    <p:embeddedFont>
      <p:font typeface="Karla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ubikBlack-bold.fntdata"/><Relationship Id="rId25" Type="http://schemas.openxmlformats.org/officeDocument/2006/relationships/font" Target="fonts/BebasNeue-regular.fntdata"/><Relationship Id="rId28" Type="http://schemas.openxmlformats.org/officeDocument/2006/relationships/font" Target="fonts/Rubik-regular.fntdata"/><Relationship Id="rId27" Type="http://schemas.openxmlformats.org/officeDocument/2006/relationships/font" Target="fonts/RubikBlack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ubik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ubik-boldItalic.fntdata"/><Relationship Id="rId30" Type="http://schemas.openxmlformats.org/officeDocument/2006/relationships/font" Target="fonts/Rubik-italic.fntdata"/><Relationship Id="rId11" Type="http://schemas.openxmlformats.org/officeDocument/2006/relationships/slide" Target="slides/slide7.xml"/><Relationship Id="rId33" Type="http://schemas.openxmlformats.org/officeDocument/2006/relationships/font" Target="fonts/Karla-bold.fntdata"/><Relationship Id="rId10" Type="http://schemas.openxmlformats.org/officeDocument/2006/relationships/slide" Target="slides/slide6.xml"/><Relationship Id="rId32" Type="http://schemas.openxmlformats.org/officeDocument/2006/relationships/font" Target="fonts/Karla-regular.fntdata"/><Relationship Id="rId13" Type="http://schemas.openxmlformats.org/officeDocument/2006/relationships/slide" Target="slides/slide9.xml"/><Relationship Id="rId35" Type="http://schemas.openxmlformats.org/officeDocument/2006/relationships/font" Target="fonts/Karla-boldItalic.fntdata"/><Relationship Id="rId12" Type="http://schemas.openxmlformats.org/officeDocument/2006/relationships/slide" Target="slides/slide8.xml"/><Relationship Id="rId34" Type="http://schemas.openxmlformats.org/officeDocument/2006/relationships/font" Target="fonts/Karla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624336ad9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624336ad9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624336ad9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624336ad9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3376c313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3376c313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624242be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624242be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“Why do we need keyboard input?”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624242beb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624242beb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624242beb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2624242beb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is suboptimal on purpose. Easier to understand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624242beb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2624242beb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is suboptimal on purpose. Easier to understand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624336ad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2624336ad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14e1613f9b3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14e1613f9b3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2624336ad90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2624336ad90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624336ad90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2624336ad90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2624336ad90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2624336ad90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624336ad90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2624336ad90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624336ad90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624336ad90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624336ad90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624336ad90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624336ad90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3" name="Google Shape;723;g2624336ad90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624336ad90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624336ad90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624336ad90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2624336ad90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a1edea5cf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a1edea5cf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624336ad90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624336ad90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1" name="Google Shape;31;p2"/>
          <p:cNvSpPr txBox="1"/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36" name="Google Shape;36;p3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3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" name="Google Shape;39;p3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40" name="Google Shape;40;p3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41" name="Google Shape;41;p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" name="Google Shape;42;p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43" name="Google Shape;43;p3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4" name="Google Shape;44;p3"/>
              <p:cNvCxnSpPr/>
              <p:nvPr/>
            </p:nvCxnSpPr>
            <p:spPr>
              <a:xfrm>
                <a:off x="6827699" y="1017288"/>
                <a:ext cx="208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45" name="Google Shape;45;p3"/>
          <p:cNvSpPr txBox="1"/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6" name="Google Shape;46;p3"/>
          <p:cNvSpPr txBox="1"/>
          <p:nvPr>
            <p:ph hasCustomPrompt="1" idx="2" type="title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3"/>
          <p:cNvSpPr txBox="1"/>
          <p:nvPr>
            <p:ph idx="1" type="subTitle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4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51" name="Google Shape;51;p4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53" name="Google Shape;53;p4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54" name="Google Shape;54;p4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55" name="Google Shape;55;p4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56" name="Google Shape;56;p4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7" name="Google Shape;57;p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59" name="Google Shape;59;p4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0" name="Google Shape;60;p4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1" name="Google Shape;61;p4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4"/>
          <p:cNvSpPr txBox="1"/>
          <p:nvPr>
            <p:ph idx="1" type="body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66" name="Google Shape;66;p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" name="Google Shape;67;p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68" name="Google Shape;68;p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69" name="Google Shape;69;p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70" name="Google Shape;70;p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71" name="Google Shape;71;p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72" name="Google Shape;72;p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74" name="Google Shape;74;p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" name="Google Shape;75;p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6" name="Google Shape;76;p5"/>
          <p:cNvSpPr txBox="1"/>
          <p:nvPr>
            <p:ph idx="1" type="subTitle"/>
          </p:nvPr>
        </p:nvSpPr>
        <p:spPr>
          <a:xfrm>
            <a:off x="2639725" y="2147800"/>
            <a:ext cx="1566300" cy="8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" name="Google Shape;77;p5"/>
          <p:cNvSpPr txBox="1"/>
          <p:nvPr>
            <p:ph idx="2" type="subTitle"/>
          </p:nvPr>
        </p:nvSpPr>
        <p:spPr>
          <a:xfrm>
            <a:off x="6682288" y="2147800"/>
            <a:ext cx="1563600" cy="8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8" name="Google Shape;78;p5"/>
          <p:cNvSpPr txBox="1"/>
          <p:nvPr>
            <p:ph idx="3" type="subTitle"/>
          </p:nvPr>
        </p:nvSpPr>
        <p:spPr>
          <a:xfrm>
            <a:off x="2639725" y="2892425"/>
            <a:ext cx="15663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"/>
          <p:cNvSpPr txBox="1"/>
          <p:nvPr>
            <p:ph idx="4" type="subTitle"/>
          </p:nvPr>
        </p:nvSpPr>
        <p:spPr>
          <a:xfrm>
            <a:off x="6682288" y="2892425"/>
            <a:ext cx="15636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6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84" name="Google Shape;84;p6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" name="Google Shape;85;p6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86" name="Google Shape;86;p6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87" name="Google Shape;87;p6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88" name="Google Shape;88;p6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89" name="Google Shape;89;p6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90" name="Google Shape;90;p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92" name="Google Shape;92;p6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93" name="Google Shape;93;p6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94" name="Google Shape;94;p6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7"/>
          <p:cNvGrpSpPr/>
          <p:nvPr/>
        </p:nvGrpSpPr>
        <p:grpSpPr>
          <a:xfrm>
            <a:off x="1438985" y="535000"/>
            <a:ext cx="5919000" cy="4425900"/>
            <a:chOff x="274200" y="274200"/>
            <a:chExt cx="5919000" cy="4425900"/>
          </a:xfrm>
        </p:grpSpPr>
        <p:sp>
          <p:nvSpPr>
            <p:cNvPr id="98" name="Google Shape;9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" name="Google Shape;9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00" name="Google Shape;10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1" name="Google Shape;10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02" name="Google Shape;10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04" name="Google Shape;10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05" name="Google Shape;10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7" name="Google Shape;107;p7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108" name="Google Shape;10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9" name="Google Shape;10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10" name="Google Shape;11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1" name="Google Shape;11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12" name="Google Shape;11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" name="Google Shape;11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4" name="Google Shape;11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5" name="Google Shape;11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17" name="Google Shape;117;p7"/>
          <p:cNvSpPr txBox="1"/>
          <p:nvPr>
            <p:ph type="title"/>
          </p:nvPr>
        </p:nvSpPr>
        <p:spPr>
          <a:xfrm>
            <a:off x="714250" y="731525"/>
            <a:ext cx="50157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715850" y="1600325"/>
            <a:ext cx="5019900" cy="25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8"/>
          <p:cNvGrpSpPr/>
          <p:nvPr/>
        </p:nvGrpSpPr>
        <p:grpSpPr>
          <a:xfrm>
            <a:off x="2028115" y="535000"/>
            <a:ext cx="6492300" cy="3749100"/>
            <a:chOff x="1371300" y="742950"/>
            <a:chExt cx="6492300" cy="3749100"/>
          </a:xfrm>
        </p:grpSpPr>
        <p:sp>
          <p:nvSpPr>
            <p:cNvPr id="122" name="Google Shape;12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" name="Google Shape;12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24" name="Google Shape;12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5" name="Google Shape;12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26" name="Google Shape;12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27" name="Google Shape;12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8" name="Google Shape;12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29" name="Google Shape;12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0" name="Google Shape;13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1" name="Google Shape;131;p8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32" name="Google Shape;132;p8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3" name="Google Shape;133;p8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5" name="Google Shape;135;p8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36" name="Google Shape;136;p8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37" name="Google Shape;137;p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9" name="Google Shape;139;p8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0" name="Google Shape;140;p8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8"/>
          <p:cNvSpPr txBox="1"/>
          <p:nvPr>
            <p:ph type="title"/>
          </p:nvPr>
        </p:nvSpPr>
        <p:spPr>
          <a:xfrm>
            <a:off x="1828800" y="1307100"/>
            <a:ext cx="5486400" cy="27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9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45" name="Google Shape;14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8" name="Google Shape;14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49" name="Google Shape;14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50" name="Google Shape;15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52" name="Google Shape;15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3" name="Google Shape;15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54" name="Google Shape;154;p9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55" name="Google Shape;15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8" name="Google Shape;15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59" name="Google Shape;15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60" name="Google Shape;16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62" name="Google Shape;16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63" name="Google Shape;16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64" name="Google Shape;164;p9"/>
          <p:cNvSpPr txBox="1"/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5" name="Google Shape;165;p9"/>
          <p:cNvSpPr txBox="1"/>
          <p:nvPr>
            <p:ph idx="1" type="subTitle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>
            <p:ph type="title"/>
          </p:nvPr>
        </p:nvSpPr>
        <p:spPr>
          <a:xfrm>
            <a:off x="715100" y="3968300"/>
            <a:ext cx="7713900" cy="6402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1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171" name="Google Shape;171;p11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2" name="Google Shape;172;p11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173" name="Google Shape;173;p11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5" name="Google Shape;175;p1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77" name="Google Shape;177;p11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78" name="Google Shape;178;p11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9" name="Google Shape;179;p11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0" name="Google Shape;180;p11"/>
          <p:cNvSpPr txBox="1"/>
          <p:nvPr>
            <p:ph hasCustomPrompt="1" type="title"/>
          </p:nvPr>
        </p:nvSpPr>
        <p:spPr>
          <a:xfrm>
            <a:off x="1371600" y="1657350"/>
            <a:ext cx="6400800" cy="18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1" name="Google Shape;181;p11"/>
          <p:cNvSpPr txBox="1"/>
          <p:nvPr>
            <p:ph idx="1" type="subTitle"/>
          </p:nvPr>
        </p:nvSpPr>
        <p:spPr>
          <a:xfrm>
            <a:off x="1828850" y="3877100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86" name="Google Shape;186;p1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88" name="Google Shape;188;p1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89" name="Google Shape;189;p1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190" name="Google Shape;190;p1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91" name="Google Shape;191;p1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92" name="Google Shape;192;p1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3" name="Google Shape;193;p1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94" name="Google Shape;194;p1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5" name="Google Shape;195;p1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96" name="Google Shape;196;p13"/>
          <p:cNvSpPr txBox="1"/>
          <p:nvPr>
            <p:ph idx="1" type="subTitle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7" name="Google Shape;197;p13"/>
          <p:cNvSpPr txBox="1"/>
          <p:nvPr>
            <p:ph idx="2" type="subTitle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8" name="Google Shape;198;p13"/>
          <p:cNvSpPr txBox="1"/>
          <p:nvPr>
            <p:ph idx="3" type="subTitle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9" name="Google Shape;199;p13"/>
          <p:cNvSpPr txBox="1"/>
          <p:nvPr>
            <p:ph idx="4" type="subTitle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0" name="Google Shape;200;p13"/>
          <p:cNvSpPr txBox="1"/>
          <p:nvPr>
            <p:ph hasCustomPrompt="1" type="title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/>
          <p:nvPr>
            <p:ph idx="5" type="subTitle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3"/>
          <p:cNvSpPr txBox="1"/>
          <p:nvPr>
            <p:ph hasCustomPrompt="1" idx="6" type="title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/>
          <p:nvPr>
            <p:ph idx="7" type="subTitle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3"/>
          <p:cNvSpPr txBox="1"/>
          <p:nvPr>
            <p:ph hasCustomPrompt="1" idx="8" type="title"/>
          </p:nvPr>
        </p:nvSpPr>
        <p:spPr>
          <a:xfrm>
            <a:off x="769347" y="3399150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/>
          <p:nvPr>
            <p:ph idx="9" type="subTitle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3"/>
          <p:cNvSpPr txBox="1"/>
          <p:nvPr>
            <p:ph hasCustomPrompt="1" idx="13" type="title"/>
          </p:nvPr>
        </p:nvSpPr>
        <p:spPr>
          <a:xfrm>
            <a:off x="4854897" y="3399143"/>
            <a:ext cx="1188600" cy="1097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/>
          <p:nvPr>
            <p:ph idx="14" type="subTitle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3"/>
          <p:cNvSpPr txBox="1"/>
          <p:nvPr>
            <p:ph idx="15" type="title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14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212" name="Google Shape;21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" name="Google Shape;21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14" name="Google Shape;21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5" name="Google Shape;21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16" name="Google Shape;21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17" name="Google Shape;21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18" name="Google Shape;21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19" name="Google Shape;21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0" name="Google Shape;22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21" name="Google Shape;221;p14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222" name="Google Shape;22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" name="Google Shape;22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24" name="Google Shape;22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25" name="Google Shape;22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26" name="Google Shape;22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27" name="Google Shape;22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28" name="Google Shape;22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29" name="Google Shape;22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30" name="Google Shape;23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31" name="Google Shape;231;p14"/>
          <p:cNvSpPr txBox="1"/>
          <p:nvPr>
            <p:ph type="title"/>
          </p:nvPr>
        </p:nvSpPr>
        <p:spPr>
          <a:xfrm>
            <a:off x="2286000" y="3293217"/>
            <a:ext cx="4572000" cy="5028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2" name="Google Shape;232;p14"/>
          <p:cNvSpPr txBox="1"/>
          <p:nvPr>
            <p:ph idx="1" type="subTitle"/>
          </p:nvPr>
        </p:nvSpPr>
        <p:spPr>
          <a:xfrm>
            <a:off x="1828800" y="1600317"/>
            <a:ext cx="54864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15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36" name="Google Shape;236;p15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7" name="Google Shape;237;p15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38" name="Google Shape;238;p15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39" name="Google Shape;239;p15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40" name="Google Shape;240;p15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41" name="Google Shape;241;p15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42" name="Google Shape;242;p15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" name="Google Shape;243;p15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44" name="Google Shape;244;p15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45" name="Google Shape;245;p15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46" name="Google Shape;246;p15"/>
          <p:cNvSpPr txBox="1"/>
          <p:nvPr>
            <p:ph type="title"/>
          </p:nvPr>
        </p:nvSpPr>
        <p:spPr>
          <a:xfrm>
            <a:off x="715125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9" name="Google Shape;249;p16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250" name="Google Shape;250;p16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1" name="Google Shape;251;p16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252" name="Google Shape;252;p16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53" name="Google Shape;253;p16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54" name="Google Shape;254;p16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" name="Google Shape;255;p16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56" name="Google Shape;256;p16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57" name="Google Shape;257;p16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8" name="Google Shape;258;p16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59" name="Google Shape;259;p16"/>
          <p:cNvSpPr txBox="1"/>
          <p:nvPr>
            <p:ph idx="1" type="subTitle"/>
          </p:nvPr>
        </p:nvSpPr>
        <p:spPr>
          <a:xfrm>
            <a:off x="715100" y="1600325"/>
            <a:ext cx="3674100" cy="9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0" name="Google Shape;260;p16"/>
          <p:cNvSpPr txBox="1"/>
          <p:nvPr>
            <p:ph type="title"/>
          </p:nvPr>
        </p:nvSpPr>
        <p:spPr>
          <a:xfrm>
            <a:off x="714350" y="731525"/>
            <a:ext cx="36741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TITLE_AND_TWO_COLUMNS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17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64" name="Google Shape;264;p17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5" name="Google Shape;265;p17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66" name="Google Shape;266;p17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67" name="Google Shape;267;p17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68" name="Google Shape;268;p17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69" name="Google Shape;269;p17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70" name="Google Shape;270;p1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1" name="Google Shape;271;p1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72" name="Google Shape;272;p17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73" name="Google Shape;273;p17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74" name="Google Shape;274;p17"/>
          <p:cNvSpPr txBox="1"/>
          <p:nvPr>
            <p:ph idx="1" type="subTitle"/>
          </p:nvPr>
        </p:nvSpPr>
        <p:spPr>
          <a:xfrm>
            <a:off x="714325" y="2754900"/>
            <a:ext cx="36747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7"/>
          <p:cNvSpPr txBox="1"/>
          <p:nvPr>
            <p:ph type="title"/>
          </p:nvPr>
        </p:nvSpPr>
        <p:spPr>
          <a:xfrm>
            <a:off x="714325" y="731400"/>
            <a:ext cx="3674700" cy="18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9144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6" name="Google Shape;276;p17"/>
          <p:cNvSpPr/>
          <p:nvPr>
            <p:ph idx="2" type="pic"/>
          </p:nvPr>
        </p:nvSpPr>
        <p:spPr>
          <a:xfrm>
            <a:off x="4769625" y="1271375"/>
            <a:ext cx="3644400" cy="3217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18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80" name="Google Shape;280;p18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1" name="Google Shape;281;p18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82" name="Google Shape;282;p18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83" name="Google Shape;283;p18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284" name="Google Shape;284;p18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85" name="Google Shape;285;p18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86" name="Google Shape;286;p1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7" name="Google Shape;287;p1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288" name="Google Shape;288;p18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89" name="Google Shape;289;p18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90" name="Google Shape;290;p18"/>
          <p:cNvSpPr txBox="1"/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1" name="Google Shape;291;p18"/>
          <p:cNvSpPr txBox="1"/>
          <p:nvPr>
            <p:ph idx="1" type="subTitle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2" type="subTitle"/>
          </p:nvPr>
        </p:nvSpPr>
        <p:spPr>
          <a:xfrm>
            <a:off x="781700" y="3053825"/>
            <a:ext cx="2194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18"/>
          <p:cNvSpPr txBox="1"/>
          <p:nvPr>
            <p:ph idx="3" type="subTitle"/>
          </p:nvPr>
        </p:nvSpPr>
        <p:spPr>
          <a:xfrm>
            <a:off x="3474800" y="3053825"/>
            <a:ext cx="2194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18"/>
          <p:cNvSpPr txBox="1"/>
          <p:nvPr>
            <p:ph idx="4" type="subTitle"/>
          </p:nvPr>
        </p:nvSpPr>
        <p:spPr>
          <a:xfrm>
            <a:off x="6167776" y="3053833"/>
            <a:ext cx="21945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18"/>
          <p:cNvSpPr txBox="1"/>
          <p:nvPr>
            <p:ph idx="5" type="subTitle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6" type="subTitle"/>
          </p:nvPr>
        </p:nvSpPr>
        <p:spPr>
          <a:xfrm>
            <a:off x="6167776" y="2571426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9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00" name="Google Shape;300;p19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1" name="Google Shape;301;p19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02" name="Google Shape;302;p19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03" name="Google Shape;303;p19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04" name="Google Shape;304;p19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05" name="Google Shape;305;p19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06" name="Google Shape;306;p1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7" name="Google Shape;307;p1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08" name="Google Shape;308;p19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09" name="Google Shape;309;p19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10" name="Google Shape;310;p19"/>
          <p:cNvSpPr txBox="1"/>
          <p:nvPr>
            <p:ph type="title"/>
          </p:nvPr>
        </p:nvSpPr>
        <p:spPr>
          <a:xfrm>
            <a:off x="715100" y="731525"/>
            <a:ext cx="77157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1" name="Google Shape;311;p19"/>
          <p:cNvSpPr txBox="1"/>
          <p:nvPr>
            <p:ph idx="1" type="subTitle"/>
          </p:nvPr>
        </p:nvSpPr>
        <p:spPr>
          <a:xfrm>
            <a:off x="3408500" y="2103624"/>
            <a:ext cx="5020200" cy="50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2" name="Google Shape;312;p19"/>
          <p:cNvSpPr txBox="1"/>
          <p:nvPr>
            <p:ph idx="2" type="subTitle"/>
          </p:nvPr>
        </p:nvSpPr>
        <p:spPr>
          <a:xfrm>
            <a:off x="3408500" y="3104632"/>
            <a:ext cx="5020200" cy="50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3" name="Google Shape;313;p19"/>
          <p:cNvSpPr txBox="1"/>
          <p:nvPr>
            <p:ph idx="3" type="subTitle"/>
          </p:nvPr>
        </p:nvSpPr>
        <p:spPr>
          <a:xfrm>
            <a:off x="3408200" y="4105448"/>
            <a:ext cx="5020800" cy="50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4" name="Google Shape;314;p19"/>
          <p:cNvSpPr txBox="1"/>
          <p:nvPr>
            <p:ph idx="4" type="subTitle"/>
          </p:nvPr>
        </p:nvSpPr>
        <p:spPr>
          <a:xfrm>
            <a:off x="3408500" y="1600325"/>
            <a:ext cx="50202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19"/>
          <p:cNvSpPr txBox="1"/>
          <p:nvPr>
            <p:ph idx="5" type="subTitle"/>
          </p:nvPr>
        </p:nvSpPr>
        <p:spPr>
          <a:xfrm>
            <a:off x="3408500" y="2601333"/>
            <a:ext cx="50202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19"/>
          <p:cNvSpPr txBox="1"/>
          <p:nvPr>
            <p:ph idx="6" type="subTitle"/>
          </p:nvPr>
        </p:nvSpPr>
        <p:spPr>
          <a:xfrm>
            <a:off x="3408200" y="3602149"/>
            <a:ext cx="5020800" cy="5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2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9" name="Google Shape;319;p20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20" name="Google Shape;320;p20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1" name="Google Shape;321;p20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22" name="Google Shape;322;p20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23" name="Google Shape;323;p20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24" name="Google Shape;324;p20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25" name="Google Shape;325;p20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26" name="Google Shape;326;p20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" name="Google Shape;327;p20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28" name="Google Shape;328;p20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29" name="Google Shape;329;p20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30" name="Google Shape;330;p20"/>
          <p:cNvSpPr txBox="1"/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1" name="Google Shape;331;p20"/>
          <p:cNvSpPr txBox="1"/>
          <p:nvPr>
            <p:ph idx="1" type="subTitle"/>
          </p:nvPr>
        </p:nvSpPr>
        <p:spPr>
          <a:xfrm>
            <a:off x="5918599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2" name="Google Shape;332;p20"/>
          <p:cNvSpPr txBox="1"/>
          <p:nvPr>
            <p:ph idx="2" type="subTitle"/>
          </p:nvPr>
        </p:nvSpPr>
        <p:spPr>
          <a:xfrm>
            <a:off x="5918599" y="3855625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20"/>
          <p:cNvSpPr txBox="1"/>
          <p:nvPr>
            <p:ph idx="3" type="subTitle"/>
          </p:nvPr>
        </p:nvSpPr>
        <p:spPr>
          <a:xfrm>
            <a:off x="1878800" y="2263125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20"/>
          <p:cNvSpPr txBox="1"/>
          <p:nvPr>
            <p:ph idx="4" type="subTitle"/>
          </p:nvPr>
        </p:nvSpPr>
        <p:spPr>
          <a:xfrm>
            <a:off x="1878800" y="3855634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20"/>
          <p:cNvSpPr txBox="1"/>
          <p:nvPr>
            <p:ph idx="5" type="subTitle"/>
          </p:nvPr>
        </p:nvSpPr>
        <p:spPr>
          <a:xfrm>
            <a:off x="5918599" y="2260100"/>
            <a:ext cx="2377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20"/>
          <p:cNvSpPr txBox="1"/>
          <p:nvPr>
            <p:ph idx="6" type="subTitle"/>
          </p:nvPr>
        </p:nvSpPr>
        <p:spPr>
          <a:xfrm>
            <a:off x="1878800" y="3396625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7" name="Google Shape;337;p20"/>
          <p:cNvSpPr txBox="1"/>
          <p:nvPr>
            <p:ph idx="7" type="subTitle"/>
          </p:nvPr>
        </p:nvSpPr>
        <p:spPr>
          <a:xfrm>
            <a:off x="1878800" y="1801544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8" name="Google Shape;338;p20"/>
          <p:cNvSpPr txBox="1"/>
          <p:nvPr>
            <p:ph idx="8" type="subTitle"/>
          </p:nvPr>
        </p:nvSpPr>
        <p:spPr>
          <a:xfrm>
            <a:off x="5918599" y="1804550"/>
            <a:ext cx="2377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1" name="Google Shape;341;p21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42" name="Google Shape;342;p21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3" name="Google Shape;343;p21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44" name="Google Shape;344;p21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45" name="Google Shape;345;p21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47" name="Google Shape;347;p21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48" name="Google Shape;348;p2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9" name="Google Shape;349;p2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50" name="Google Shape;350;p21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51" name="Google Shape;351;p21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52" name="Google Shape;352;p21"/>
          <p:cNvSpPr txBox="1"/>
          <p:nvPr>
            <p:ph type="title"/>
          </p:nvPr>
        </p:nvSpPr>
        <p:spPr>
          <a:xfrm>
            <a:off x="715100" y="731525"/>
            <a:ext cx="77139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3" name="Google Shape;353;p21"/>
          <p:cNvSpPr txBox="1"/>
          <p:nvPr>
            <p:ph idx="1" type="subTitle"/>
          </p:nvPr>
        </p:nvSpPr>
        <p:spPr>
          <a:xfrm>
            <a:off x="347480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21"/>
          <p:cNvSpPr txBox="1"/>
          <p:nvPr>
            <p:ph idx="2" type="subTitle"/>
          </p:nvPr>
        </p:nvSpPr>
        <p:spPr>
          <a:xfrm>
            <a:off x="6166650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21"/>
          <p:cNvSpPr txBox="1"/>
          <p:nvPr>
            <p:ph idx="3" type="subTitle"/>
          </p:nvPr>
        </p:nvSpPr>
        <p:spPr>
          <a:xfrm>
            <a:off x="347430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21"/>
          <p:cNvSpPr txBox="1"/>
          <p:nvPr>
            <p:ph idx="4" type="subTitle"/>
          </p:nvPr>
        </p:nvSpPr>
        <p:spPr>
          <a:xfrm>
            <a:off x="781538" y="2261076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21"/>
          <p:cNvSpPr txBox="1"/>
          <p:nvPr>
            <p:ph idx="5" type="subTitle"/>
          </p:nvPr>
        </p:nvSpPr>
        <p:spPr>
          <a:xfrm>
            <a:off x="78154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21"/>
          <p:cNvSpPr txBox="1"/>
          <p:nvPr>
            <p:ph idx="6" type="subTitle"/>
          </p:nvPr>
        </p:nvSpPr>
        <p:spPr>
          <a:xfrm>
            <a:off x="6168018" y="3853932"/>
            <a:ext cx="2194500" cy="640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21"/>
          <p:cNvSpPr txBox="1"/>
          <p:nvPr>
            <p:ph idx="7" type="subTitle"/>
          </p:nvPr>
        </p:nvSpPr>
        <p:spPr>
          <a:xfrm>
            <a:off x="34747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0" name="Google Shape;360;p21"/>
          <p:cNvSpPr txBox="1"/>
          <p:nvPr>
            <p:ph idx="8" type="subTitle"/>
          </p:nvPr>
        </p:nvSpPr>
        <p:spPr>
          <a:xfrm>
            <a:off x="6166650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1" name="Google Shape;361;p21"/>
          <p:cNvSpPr txBox="1"/>
          <p:nvPr>
            <p:ph idx="9" type="subTitle"/>
          </p:nvPr>
        </p:nvSpPr>
        <p:spPr>
          <a:xfrm>
            <a:off x="3475767" y="3401300"/>
            <a:ext cx="21927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2" name="Google Shape;362;p21"/>
          <p:cNvSpPr txBox="1"/>
          <p:nvPr>
            <p:ph idx="13" type="subTitle"/>
          </p:nvPr>
        </p:nvSpPr>
        <p:spPr>
          <a:xfrm>
            <a:off x="781538" y="180355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3" name="Google Shape;363;p21"/>
          <p:cNvSpPr txBox="1"/>
          <p:nvPr>
            <p:ph idx="14" type="subTitle"/>
          </p:nvPr>
        </p:nvSpPr>
        <p:spPr>
          <a:xfrm>
            <a:off x="781552" y="3401312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64" name="Google Shape;364;p21"/>
          <p:cNvSpPr txBox="1"/>
          <p:nvPr>
            <p:ph idx="15" type="subTitle"/>
          </p:nvPr>
        </p:nvSpPr>
        <p:spPr>
          <a:xfrm>
            <a:off x="6168018" y="3401300"/>
            <a:ext cx="21945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7" name="Google Shape;367;p2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68" name="Google Shape;368;p2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9" name="Google Shape;369;p2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70" name="Google Shape;370;p2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71" name="Google Shape;371;p2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fmla="val 0" name="adj"/>
                  </a:avLst>
                </a:prstGeom>
                <a:solidFill>
                  <a:schemeClr val="lt1"/>
                </a:solidFill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cxnSp>
              <p:nvCxnSpPr>
                <p:cNvPr id="372" name="Google Shape;372;p2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73" name="Google Shape;373;p2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74" name="Google Shape;374;p2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" name="Google Shape;375;p2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76" name="Google Shape;376;p2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77" name="Google Shape;377;p2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78" name="Google Shape;378;p22"/>
          <p:cNvSpPr txBox="1"/>
          <p:nvPr>
            <p:ph hasCustomPrompt="1" type="title"/>
          </p:nvPr>
        </p:nvSpPr>
        <p:spPr>
          <a:xfrm>
            <a:off x="1828775" y="731397"/>
            <a:ext cx="5486400" cy="8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79" name="Google Shape;379;p22"/>
          <p:cNvSpPr txBox="1"/>
          <p:nvPr>
            <p:ph idx="1" type="subTitle"/>
          </p:nvPr>
        </p:nvSpPr>
        <p:spPr>
          <a:xfrm>
            <a:off x="1828825" y="1600206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22"/>
          <p:cNvSpPr txBox="1"/>
          <p:nvPr>
            <p:ph hasCustomPrompt="1" idx="2" type="title"/>
          </p:nvPr>
        </p:nvSpPr>
        <p:spPr>
          <a:xfrm>
            <a:off x="1828775" y="2052697"/>
            <a:ext cx="5486400" cy="8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1" name="Google Shape;381;p22"/>
          <p:cNvSpPr txBox="1"/>
          <p:nvPr>
            <p:ph idx="3" type="subTitle"/>
          </p:nvPr>
        </p:nvSpPr>
        <p:spPr>
          <a:xfrm>
            <a:off x="1828775" y="2921500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22"/>
          <p:cNvSpPr txBox="1"/>
          <p:nvPr>
            <p:ph hasCustomPrompt="1" idx="4" type="title"/>
          </p:nvPr>
        </p:nvSpPr>
        <p:spPr>
          <a:xfrm>
            <a:off x="1828825" y="3373998"/>
            <a:ext cx="5486400" cy="86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383" name="Google Shape;383;p22"/>
          <p:cNvSpPr txBox="1"/>
          <p:nvPr>
            <p:ph idx="5" type="subTitle"/>
          </p:nvPr>
        </p:nvSpPr>
        <p:spPr>
          <a:xfrm>
            <a:off x="1828775" y="4242794"/>
            <a:ext cx="5486400" cy="365700"/>
          </a:xfrm>
          <a:prstGeom prst="rect">
            <a:avLst/>
          </a:prstGeom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23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387" name="Google Shape;387;p23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8" name="Google Shape;388;p23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389" name="Google Shape;389;p23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90" name="Google Shape;390;p23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91" name="Google Shape;391;p2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2" name="Google Shape;392;p2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93" name="Google Shape;393;p23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394" name="Google Shape;394;p23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95" name="Google Shape;395;p23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396" name="Google Shape;396;p23"/>
          <p:cNvSpPr txBox="1"/>
          <p:nvPr>
            <p:ph type="ctrTitle"/>
          </p:nvPr>
        </p:nvSpPr>
        <p:spPr>
          <a:xfrm>
            <a:off x="2285980" y="984428"/>
            <a:ext cx="4572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7" name="Google Shape;397;p23"/>
          <p:cNvSpPr txBox="1"/>
          <p:nvPr>
            <p:ph idx="1" type="subTitle"/>
          </p:nvPr>
        </p:nvSpPr>
        <p:spPr>
          <a:xfrm>
            <a:off x="2285980" y="1898836"/>
            <a:ext cx="4572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8" name="Google Shape;398;p23"/>
          <p:cNvSpPr txBox="1"/>
          <p:nvPr/>
        </p:nvSpPr>
        <p:spPr>
          <a:xfrm>
            <a:off x="2286020" y="3535412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: This presentation template was created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including icons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infographics &amp; images by </a:t>
            </a:r>
            <a:r>
              <a:rPr b="1" lang="en" sz="1000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"/>
          <p:cNvSpPr txBox="1"/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Keyboard and Mouse Input</a:t>
            </a:r>
            <a:endParaRPr/>
          </a:p>
        </p:txBody>
      </p:sp>
      <p:sp>
        <p:nvSpPr>
          <p:cNvPr id="407" name="Google Shape;407;p26"/>
          <p:cNvSpPr txBox="1"/>
          <p:nvPr>
            <p:ph idx="1" type="subTitle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ICS2O/ICD2O Workshop</a:t>
            </a:r>
            <a:endParaRPr/>
          </a:p>
        </p:txBody>
      </p:sp>
      <p:sp>
        <p:nvSpPr>
          <p:cNvPr id="408" name="Google Shape;408;p26"/>
          <p:cNvSpPr/>
          <p:nvPr/>
        </p:nvSpPr>
        <p:spPr>
          <a:xfrm rot="-2700000">
            <a:off x="7125203" y="4050192"/>
            <a:ext cx="365716" cy="36571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6"/>
          <p:cNvSpPr/>
          <p:nvPr/>
        </p:nvSpPr>
        <p:spPr>
          <a:xfrm>
            <a:off x="1099325" y="4259275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0" name="Google Shape;410;p26"/>
          <p:cNvGrpSpPr/>
          <p:nvPr/>
        </p:nvGrpSpPr>
        <p:grpSpPr>
          <a:xfrm>
            <a:off x="6761147" y="3414805"/>
            <a:ext cx="689546" cy="208288"/>
            <a:chOff x="6761147" y="3414805"/>
            <a:chExt cx="689546" cy="208288"/>
          </a:xfrm>
        </p:grpSpPr>
        <p:sp>
          <p:nvSpPr>
            <p:cNvPr id="411" name="Google Shape;411;p26"/>
            <p:cNvSpPr/>
            <p:nvPr/>
          </p:nvSpPr>
          <p:spPr>
            <a:xfrm>
              <a:off x="6993487" y="3563457"/>
              <a:ext cx="457207" cy="59636"/>
            </a:xfrm>
            <a:custGeom>
              <a:rect b="b" l="l" r="r" t="t"/>
              <a:pathLst>
                <a:path extrusionOk="0" h="952" w="8294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6761147" y="3414805"/>
              <a:ext cx="457196" cy="57149"/>
            </a:xfrm>
            <a:custGeom>
              <a:rect b="b" l="l" r="r" t="t"/>
              <a:pathLst>
                <a:path extrusionOk="0" h="1391" w="11732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3" name="Google Shape;413;p26"/>
          <p:cNvGrpSpPr/>
          <p:nvPr/>
        </p:nvGrpSpPr>
        <p:grpSpPr>
          <a:xfrm>
            <a:off x="7855413" y="2571747"/>
            <a:ext cx="836668" cy="1371596"/>
            <a:chOff x="2771692" y="3497697"/>
            <a:chExt cx="836668" cy="1371596"/>
          </a:xfrm>
        </p:grpSpPr>
        <p:sp>
          <p:nvSpPr>
            <p:cNvPr id="414" name="Google Shape;414;p26"/>
            <p:cNvSpPr/>
            <p:nvPr/>
          </p:nvSpPr>
          <p:spPr>
            <a:xfrm>
              <a:off x="2771692" y="3497697"/>
              <a:ext cx="836668" cy="1371596"/>
            </a:xfrm>
            <a:custGeom>
              <a:rect b="b" l="l" r="r" t="t"/>
              <a:pathLst>
                <a:path extrusionOk="0" h="15683" w="9513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6"/>
            <p:cNvSpPr/>
            <p:nvPr/>
          </p:nvSpPr>
          <p:spPr>
            <a:xfrm>
              <a:off x="2771692" y="3497697"/>
              <a:ext cx="836668" cy="1371596"/>
            </a:xfrm>
            <a:custGeom>
              <a:rect b="b" l="l" r="r" t="t"/>
              <a:pathLst>
                <a:path extrusionOk="0" h="15683" w="9513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  <a:moveTo>
                    <a:pt x="4903" y="390"/>
                  </a:moveTo>
                  <a:lnTo>
                    <a:pt x="4903" y="2293"/>
                  </a:lnTo>
                  <a:cubicBezTo>
                    <a:pt x="5391" y="2390"/>
                    <a:pt x="5732" y="2781"/>
                    <a:pt x="5732" y="3268"/>
                  </a:cubicBezTo>
                  <a:lnTo>
                    <a:pt x="5732" y="6000"/>
                  </a:lnTo>
                  <a:cubicBezTo>
                    <a:pt x="5732" y="6488"/>
                    <a:pt x="5391" y="6902"/>
                    <a:pt x="4903" y="6976"/>
                  </a:cubicBezTo>
                  <a:lnTo>
                    <a:pt x="4903" y="8268"/>
                  </a:lnTo>
                  <a:lnTo>
                    <a:pt x="5123" y="8268"/>
                  </a:lnTo>
                  <a:cubicBezTo>
                    <a:pt x="5854" y="8268"/>
                    <a:pt x="6562" y="8171"/>
                    <a:pt x="7269" y="7976"/>
                  </a:cubicBezTo>
                  <a:cubicBezTo>
                    <a:pt x="7928" y="7756"/>
                    <a:pt x="8537" y="7488"/>
                    <a:pt x="9123" y="7122"/>
                  </a:cubicBezTo>
                  <a:lnTo>
                    <a:pt x="9123" y="4756"/>
                  </a:lnTo>
                  <a:cubicBezTo>
                    <a:pt x="9098" y="2415"/>
                    <a:pt x="7245" y="488"/>
                    <a:pt x="4903" y="415"/>
                  </a:cubicBezTo>
                  <a:close/>
                  <a:moveTo>
                    <a:pt x="4611" y="2293"/>
                  </a:moveTo>
                  <a:lnTo>
                    <a:pt x="4611" y="415"/>
                  </a:lnTo>
                  <a:cubicBezTo>
                    <a:pt x="2269" y="488"/>
                    <a:pt x="416" y="2415"/>
                    <a:pt x="391" y="4756"/>
                  </a:cubicBezTo>
                  <a:lnTo>
                    <a:pt x="391" y="7122"/>
                  </a:lnTo>
                  <a:cubicBezTo>
                    <a:pt x="976" y="7463"/>
                    <a:pt x="1611" y="7756"/>
                    <a:pt x="2245" y="7951"/>
                  </a:cubicBezTo>
                  <a:cubicBezTo>
                    <a:pt x="2952" y="8146"/>
                    <a:pt x="3659" y="8268"/>
                    <a:pt x="4391" y="8244"/>
                  </a:cubicBezTo>
                  <a:lnTo>
                    <a:pt x="4611" y="8244"/>
                  </a:lnTo>
                  <a:lnTo>
                    <a:pt x="4611" y="6976"/>
                  </a:lnTo>
                  <a:cubicBezTo>
                    <a:pt x="4123" y="6902"/>
                    <a:pt x="3781" y="6488"/>
                    <a:pt x="3781" y="6000"/>
                  </a:cubicBezTo>
                  <a:lnTo>
                    <a:pt x="3781" y="3268"/>
                  </a:lnTo>
                  <a:cubicBezTo>
                    <a:pt x="3781" y="2781"/>
                    <a:pt x="4123" y="2390"/>
                    <a:pt x="4611" y="2293"/>
                  </a:cubicBezTo>
                  <a:close/>
                  <a:moveTo>
                    <a:pt x="5220" y="2781"/>
                  </a:moveTo>
                  <a:cubicBezTo>
                    <a:pt x="5098" y="2659"/>
                    <a:pt x="4928" y="2585"/>
                    <a:pt x="4757" y="2585"/>
                  </a:cubicBezTo>
                  <a:lnTo>
                    <a:pt x="4757" y="2585"/>
                  </a:lnTo>
                  <a:cubicBezTo>
                    <a:pt x="4391" y="2585"/>
                    <a:pt x="4074" y="2902"/>
                    <a:pt x="4074" y="3268"/>
                  </a:cubicBezTo>
                  <a:lnTo>
                    <a:pt x="4074" y="6000"/>
                  </a:lnTo>
                  <a:cubicBezTo>
                    <a:pt x="4074" y="6390"/>
                    <a:pt x="4391" y="6683"/>
                    <a:pt x="4757" y="6683"/>
                  </a:cubicBezTo>
                  <a:lnTo>
                    <a:pt x="4757" y="6683"/>
                  </a:lnTo>
                  <a:cubicBezTo>
                    <a:pt x="4928" y="6683"/>
                    <a:pt x="5098" y="6610"/>
                    <a:pt x="5220" y="6488"/>
                  </a:cubicBezTo>
                  <a:cubicBezTo>
                    <a:pt x="5367" y="6366"/>
                    <a:pt x="5440" y="6195"/>
                    <a:pt x="5440" y="6000"/>
                  </a:cubicBezTo>
                  <a:lnTo>
                    <a:pt x="5440" y="3268"/>
                  </a:lnTo>
                  <a:cubicBezTo>
                    <a:pt x="5440" y="3098"/>
                    <a:pt x="5367" y="2927"/>
                    <a:pt x="5220" y="2781"/>
                  </a:cubicBezTo>
                  <a:close/>
                  <a:moveTo>
                    <a:pt x="9123" y="7463"/>
                  </a:moveTo>
                  <a:cubicBezTo>
                    <a:pt x="8562" y="7805"/>
                    <a:pt x="7976" y="8073"/>
                    <a:pt x="7342" y="8244"/>
                  </a:cubicBezTo>
                  <a:cubicBezTo>
                    <a:pt x="6635" y="8463"/>
                    <a:pt x="5879" y="8561"/>
                    <a:pt x="5123" y="8561"/>
                  </a:cubicBezTo>
                  <a:lnTo>
                    <a:pt x="4391" y="8561"/>
                  </a:lnTo>
                  <a:cubicBezTo>
                    <a:pt x="2976" y="8561"/>
                    <a:pt x="1611" y="8195"/>
                    <a:pt x="391" y="7463"/>
                  </a:cubicBezTo>
                  <a:lnTo>
                    <a:pt x="391" y="11049"/>
                  </a:lnTo>
                  <a:cubicBezTo>
                    <a:pt x="464" y="13414"/>
                    <a:pt x="2391" y="15292"/>
                    <a:pt x="4757" y="15292"/>
                  </a:cubicBezTo>
                  <a:cubicBezTo>
                    <a:pt x="7123" y="15292"/>
                    <a:pt x="9049" y="13414"/>
                    <a:pt x="9123" y="11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6"/>
            <p:cNvSpPr/>
            <p:nvPr/>
          </p:nvSpPr>
          <p:spPr>
            <a:xfrm>
              <a:off x="3202911" y="3533904"/>
              <a:ext cx="371149" cy="686979"/>
            </a:xfrm>
            <a:custGeom>
              <a:rect b="b" l="l" r="r" t="t"/>
              <a:pathLst>
                <a:path extrusionOk="0" h="7855" w="4220">
                  <a:moveTo>
                    <a:pt x="537" y="2171"/>
                  </a:moveTo>
                  <a:cubicBezTo>
                    <a:pt x="732" y="2342"/>
                    <a:pt x="829" y="2586"/>
                    <a:pt x="829" y="2854"/>
                  </a:cubicBezTo>
                  <a:lnTo>
                    <a:pt x="829" y="5586"/>
                  </a:lnTo>
                  <a:cubicBezTo>
                    <a:pt x="829" y="6074"/>
                    <a:pt x="488" y="6488"/>
                    <a:pt x="0" y="6562"/>
                  </a:cubicBezTo>
                  <a:lnTo>
                    <a:pt x="0" y="7854"/>
                  </a:lnTo>
                  <a:lnTo>
                    <a:pt x="220" y="7854"/>
                  </a:lnTo>
                  <a:cubicBezTo>
                    <a:pt x="951" y="7854"/>
                    <a:pt x="1659" y="7757"/>
                    <a:pt x="2366" y="7562"/>
                  </a:cubicBezTo>
                  <a:cubicBezTo>
                    <a:pt x="3025" y="7342"/>
                    <a:pt x="3634" y="7074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1903"/>
                  </a:lnTo>
                  <a:cubicBezTo>
                    <a:pt x="220" y="1928"/>
                    <a:pt x="390" y="2025"/>
                    <a:pt x="537" y="21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3129912" y="3708819"/>
              <a:ext cx="120228" cy="373356"/>
            </a:xfrm>
            <a:custGeom>
              <a:rect b="b" l="l" r="r" t="t"/>
              <a:pathLst>
                <a:path extrusionOk="0" h="4269" w="1367">
                  <a:moveTo>
                    <a:pt x="1367" y="3586"/>
                  </a:moveTo>
                  <a:lnTo>
                    <a:pt x="1367" y="854"/>
                  </a:lnTo>
                  <a:cubicBezTo>
                    <a:pt x="1294" y="1"/>
                    <a:pt x="74" y="1"/>
                    <a:pt x="1" y="854"/>
                  </a:cubicBezTo>
                  <a:lnTo>
                    <a:pt x="1" y="3586"/>
                  </a:lnTo>
                  <a:cubicBezTo>
                    <a:pt x="1" y="3976"/>
                    <a:pt x="318" y="4269"/>
                    <a:pt x="684" y="4269"/>
                  </a:cubicBezTo>
                  <a:cubicBezTo>
                    <a:pt x="855" y="4269"/>
                    <a:pt x="1025" y="4196"/>
                    <a:pt x="1172" y="4074"/>
                  </a:cubicBezTo>
                  <a:cubicBezTo>
                    <a:pt x="1294" y="3952"/>
                    <a:pt x="1367" y="3781"/>
                    <a:pt x="1367" y="35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2806080" y="3533904"/>
              <a:ext cx="371149" cy="686979"/>
            </a:xfrm>
            <a:custGeom>
              <a:rect b="b" l="l" r="r" t="t"/>
              <a:pathLst>
                <a:path extrusionOk="0" h="7855" w="4220">
                  <a:moveTo>
                    <a:pt x="3390" y="5586"/>
                  </a:moveTo>
                  <a:lnTo>
                    <a:pt x="3390" y="2854"/>
                  </a:lnTo>
                  <a:cubicBezTo>
                    <a:pt x="3390" y="2367"/>
                    <a:pt x="3756" y="1976"/>
                    <a:pt x="4220" y="1903"/>
                  </a:cubicBezTo>
                  <a:lnTo>
                    <a:pt x="4220" y="1"/>
                  </a:lnTo>
                  <a:cubicBezTo>
                    <a:pt x="1878" y="74"/>
                    <a:pt x="25" y="2001"/>
                    <a:pt x="0" y="4342"/>
                  </a:cubicBezTo>
                  <a:lnTo>
                    <a:pt x="0" y="6708"/>
                  </a:lnTo>
                  <a:cubicBezTo>
                    <a:pt x="585" y="7049"/>
                    <a:pt x="1220" y="7342"/>
                    <a:pt x="1854" y="7537"/>
                  </a:cubicBezTo>
                  <a:cubicBezTo>
                    <a:pt x="2561" y="7732"/>
                    <a:pt x="3268" y="7854"/>
                    <a:pt x="4000" y="7830"/>
                  </a:cubicBezTo>
                  <a:lnTo>
                    <a:pt x="4220" y="7830"/>
                  </a:lnTo>
                  <a:lnTo>
                    <a:pt x="4220" y="6562"/>
                  </a:lnTo>
                  <a:cubicBezTo>
                    <a:pt x="3732" y="6488"/>
                    <a:pt x="3390" y="6074"/>
                    <a:pt x="3390" y="55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6"/>
            <p:cNvSpPr/>
            <p:nvPr/>
          </p:nvSpPr>
          <p:spPr>
            <a:xfrm>
              <a:off x="2806080" y="4150392"/>
              <a:ext cx="767979" cy="684792"/>
            </a:xfrm>
            <a:custGeom>
              <a:rect b="b" l="l" r="r" t="t"/>
              <a:pathLst>
                <a:path extrusionOk="0" h="7830" w="8732">
                  <a:moveTo>
                    <a:pt x="6976" y="781"/>
                  </a:moveTo>
                  <a:cubicBezTo>
                    <a:pt x="6244" y="1000"/>
                    <a:pt x="5488" y="1098"/>
                    <a:pt x="4732" y="1098"/>
                  </a:cubicBezTo>
                  <a:lnTo>
                    <a:pt x="4000" y="1098"/>
                  </a:lnTo>
                  <a:cubicBezTo>
                    <a:pt x="2585" y="1098"/>
                    <a:pt x="1220" y="732"/>
                    <a:pt x="0" y="0"/>
                  </a:cubicBezTo>
                  <a:lnTo>
                    <a:pt x="0" y="3586"/>
                  </a:lnTo>
                  <a:cubicBezTo>
                    <a:pt x="73" y="5951"/>
                    <a:pt x="2000" y="7829"/>
                    <a:pt x="4366" y="7829"/>
                  </a:cubicBezTo>
                  <a:cubicBezTo>
                    <a:pt x="6732" y="7829"/>
                    <a:pt x="8658" y="5951"/>
                    <a:pt x="8732" y="3586"/>
                  </a:cubicBezTo>
                  <a:lnTo>
                    <a:pt x="8732" y="0"/>
                  </a:lnTo>
                  <a:cubicBezTo>
                    <a:pt x="8171" y="342"/>
                    <a:pt x="7585" y="610"/>
                    <a:pt x="6976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3505371" y="4248519"/>
              <a:ext cx="34388" cy="266658"/>
            </a:xfrm>
            <a:custGeom>
              <a:rect b="b" l="l" r="r" t="t"/>
              <a:pathLst>
                <a:path extrusionOk="0" h="3049" w="391">
                  <a:moveTo>
                    <a:pt x="0" y="195"/>
                  </a:moveTo>
                  <a:cubicBezTo>
                    <a:pt x="0" y="98"/>
                    <a:pt x="98" y="0"/>
                    <a:pt x="195" y="0"/>
                  </a:cubicBezTo>
                  <a:cubicBezTo>
                    <a:pt x="317" y="0"/>
                    <a:pt x="390" y="98"/>
                    <a:pt x="390" y="195"/>
                  </a:cubicBezTo>
                  <a:lnTo>
                    <a:pt x="390" y="1927"/>
                  </a:lnTo>
                  <a:cubicBezTo>
                    <a:pt x="390" y="2025"/>
                    <a:pt x="317" y="2122"/>
                    <a:pt x="195" y="2122"/>
                  </a:cubicBezTo>
                  <a:cubicBezTo>
                    <a:pt x="98" y="2122"/>
                    <a:pt x="0" y="2025"/>
                    <a:pt x="0" y="1927"/>
                  </a:cubicBezTo>
                  <a:close/>
                  <a:moveTo>
                    <a:pt x="0" y="2537"/>
                  </a:moveTo>
                  <a:cubicBezTo>
                    <a:pt x="0" y="2439"/>
                    <a:pt x="98" y="2342"/>
                    <a:pt x="195" y="2342"/>
                  </a:cubicBezTo>
                  <a:cubicBezTo>
                    <a:pt x="317" y="2342"/>
                    <a:pt x="390" y="2439"/>
                    <a:pt x="390" y="2537"/>
                  </a:cubicBezTo>
                  <a:lnTo>
                    <a:pt x="390" y="2854"/>
                  </a:lnTo>
                  <a:cubicBezTo>
                    <a:pt x="390" y="2951"/>
                    <a:pt x="317" y="3049"/>
                    <a:pt x="195" y="3049"/>
                  </a:cubicBezTo>
                  <a:cubicBezTo>
                    <a:pt x="73" y="3049"/>
                    <a:pt x="0" y="2951"/>
                    <a:pt x="0" y="2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6"/>
            <p:cNvSpPr/>
            <p:nvPr/>
          </p:nvSpPr>
          <p:spPr>
            <a:xfrm>
              <a:off x="3202911" y="3533904"/>
              <a:ext cx="371149" cy="633630"/>
            </a:xfrm>
            <a:custGeom>
              <a:rect b="b" l="l" r="r" t="t"/>
              <a:pathLst>
                <a:path extrusionOk="0" h="7245" w="4220">
                  <a:moveTo>
                    <a:pt x="3610" y="4635"/>
                  </a:moveTo>
                  <a:lnTo>
                    <a:pt x="3610" y="7001"/>
                  </a:lnTo>
                  <a:cubicBezTo>
                    <a:pt x="3464" y="7098"/>
                    <a:pt x="3317" y="7171"/>
                    <a:pt x="3171" y="7244"/>
                  </a:cubicBezTo>
                  <a:cubicBezTo>
                    <a:pt x="3537" y="7098"/>
                    <a:pt x="3878" y="6903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342"/>
                  </a:lnTo>
                  <a:cubicBezTo>
                    <a:pt x="2073" y="732"/>
                    <a:pt x="3586" y="2537"/>
                    <a:pt x="3610" y="463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6"/>
            <p:cNvSpPr/>
            <p:nvPr/>
          </p:nvSpPr>
          <p:spPr>
            <a:xfrm>
              <a:off x="3329471" y="4150392"/>
              <a:ext cx="246788" cy="667738"/>
            </a:xfrm>
            <a:custGeom>
              <a:rect b="b" l="l" r="r" t="t"/>
              <a:pathLst>
                <a:path extrusionOk="0" h="7635" w="2806">
                  <a:moveTo>
                    <a:pt x="2781" y="0"/>
                  </a:moveTo>
                  <a:cubicBezTo>
                    <a:pt x="2586" y="122"/>
                    <a:pt x="2366" y="244"/>
                    <a:pt x="2171" y="342"/>
                  </a:cubicBezTo>
                  <a:lnTo>
                    <a:pt x="2171" y="1122"/>
                  </a:lnTo>
                  <a:lnTo>
                    <a:pt x="2195" y="1122"/>
                  </a:lnTo>
                  <a:cubicBezTo>
                    <a:pt x="2317" y="1122"/>
                    <a:pt x="2390" y="1220"/>
                    <a:pt x="2390" y="1317"/>
                  </a:cubicBezTo>
                  <a:lnTo>
                    <a:pt x="2390" y="3049"/>
                  </a:lnTo>
                  <a:cubicBezTo>
                    <a:pt x="2390" y="3147"/>
                    <a:pt x="2317" y="3244"/>
                    <a:pt x="2195" y="3244"/>
                  </a:cubicBezTo>
                  <a:lnTo>
                    <a:pt x="2171" y="3244"/>
                  </a:lnTo>
                  <a:lnTo>
                    <a:pt x="2171" y="3464"/>
                  </a:lnTo>
                  <a:lnTo>
                    <a:pt x="2195" y="3464"/>
                  </a:lnTo>
                  <a:cubicBezTo>
                    <a:pt x="2317" y="3464"/>
                    <a:pt x="2390" y="3561"/>
                    <a:pt x="2390" y="3683"/>
                  </a:cubicBezTo>
                  <a:lnTo>
                    <a:pt x="2390" y="3976"/>
                  </a:lnTo>
                  <a:cubicBezTo>
                    <a:pt x="2390" y="4098"/>
                    <a:pt x="2317" y="4171"/>
                    <a:pt x="2195" y="4171"/>
                  </a:cubicBezTo>
                  <a:lnTo>
                    <a:pt x="2171" y="4171"/>
                  </a:lnTo>
                  <a:cubicBezTo>
                    <a:pt x="2049" y="5610"/>
                    <a:pt x="1244" y="6903"/>
                    <a:pt x="0" y="7634"/>
                  </a:cubicBezTo>
                  <a:cubicBezTo>
                    <a:pt x="1683" y="6976"/>
                    <a:pt x="2781" y="5366"/>
                    <a:pt x="2805" y="358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3138531" y="3728060"/>
              <a:ext cx="111609" cy="373356"/>
            </a:xfrm>
            <a:custGeom>
              <a:rect b="b" l="l" r="r" t="t"/>
              <a:pathLst>
                <a:path extrusionOk="0" h="4269" w="1269">
                  <a:moveTo>
                    <a:pt x="879" y="317"/>
                  </a:moveTo>
                  <a:lnTo>
                    <a:pt x="879" y="3049"/>
                  </a:lnTo>
                  <a:cubicBezTo>
                    <a:pt x="879" y="3439"/>
                    <a:pt x="586" y="3732"/>
                    <a:pt x="220" y="3732"/>
                  </a:cubicBezTo>
                  <a:cubicBezTo>
                    <a:pt x="147" y="3732"/>
                    <a:pt x="74" y="3732"/>
                    <a:pt x="1" y="3707"/>
                  </a:cubicBezTo>
                  <a:cubicBezTo>
                    <a:pt x="25" y="3756"/>
                    <a:pt x="74" y="3805"/>
                    <a:pt x="123" y="3854"/>
                  </a:cubicBezTo>
                  <a:cubicBezTo>
                    <a:pt x="537" y="4268"/>
                    <a:pt x="1244" y="3976"/>
                    <a:pt x="1269" y="3366"/>
                  </a:cubicBezTo>
                  <a:lnTo>
                    <a:pt x="1269" y="634"/>
                  </a:lnTo>
                  <a:cubicBezTo>
                    <a:pt x="1269" y="464"/>
                    <a:pt x="1196" y="293"/>
                    <a:pt x="1074" y="147"/>
                  </a:cubicBezTo>
                  <a:cubicBezTo>
                    <a:pt x="976" y="73"/>
                    <a:pt x="903" y="25"/>
                    <a:pt x="805" y="0"/>
                  </a:cubicBezTo>
                  <a:cubicBezTo>
                    <a:pt x="854" y="98"/>
                    <a:pt x="879" y="195"/>
                    <a:pt x="879" y="31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4" name="Google Shape;424;p26"/>
          <p:cNvGrpSpPr/>
          <p:nvPr/>
        </p:nvGrpSpPr>
        <p:grpSpPr>
          <a:xfrm>
            <a:off x="136938" y="2571748"/>
            <a:ext cx="1827475" cy="1051350"/>
            <a:chOff x="274188" y="1278048"/>
            <a:chExt cx="1827475" cy="1051350"/>
          </a:xfrm>
        </p:grpSpPr>
        <p:sp>
          <p:nvSpPr>
            <p:cNvPr id="425" name="Google Shape;425;p26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6" name="Google Shape;426;p26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427" name="Google Shape;427;p26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28" name="Google Shape;428;p26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29" name="Google Shape;429;p26"/>
          <p:cNvGrpSpPr/>
          <p:nvPr/>
        </p:nvGrpSpPr>
        <p:grpSpPr>
          <a:xfrm>
            <a:off x="184913" y="1032537"/>
            <a:ext cx="1371600" cy="1375875"/>
            <a:chOff x="299013" y="1079125"/>
            <a:chExt cx="1371600" cy="1375875"/>
          </a:xfrm>
        </p:grpSpPr>
        <p:sp>
          <p:nvSpPr>
            <p:cNvPr id="430" name="Google Shape;430;p26"/>
            <p:cNvSpPr/>
            <p:nvPr/>
          </p:nvSpPr>
          <p:spPr>
            <a:xfrm>
              <a:off x="390513" y="1174900"/>
              <a:ext cx="1280100" cy="12801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6"/>
            <p:cNvSpPr/>
            <p:nvPr/>
          </p:nvSpPr>
          <p:spPr>
            <a:xfrm>
              <a:off x="299013" y="1079125"/>
              <a:ext cx="1280100" cy="12801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2" name="Google Shape;432;p26"/>
            <p:cNvCxnSpPr/>
            <p:nvPr/>
          </p:nvCxnSpPr>
          <p:spPr>
            <a:xfrm>
              <a:off x="308975" y="1262125"/>
              <a:ext cx="1263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433" name="Google Shape;4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850" y="1324600"/>
            <a:ext cx="961800" cy="889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grpSp>
        <p:nvGrpSpPr>
          <p:cNvPr id="434" name="Google Shape;434;p26"/>
          <p:cNvGrpSpPr/>
          <p:nvPr/>
        </p:nvGrpSpPr>
        <p:grpSpPr>
          <a:xfrm>
            <a:off x="7450704" y="1174899"/>
            <a:ext cx="1646100" cy="1188900"/>
            <a:chOff x="7403363" y="1047512"/>
            <a:chExt cx="1646100" cy="1188900"/>
          </a:xfrm>
        </p:grpSpPr>
        <p:sp>
          <p:nvSpPr>
            <p:cNvPr id="435" name="Google Shape;435;p26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6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7" name="Google Shape;437;p26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438" name="Google Shape;43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4500" y="1373500"/>
            <a:ext cx="1000248" cy="88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0416" y="2878678"/>
            <a:ext cx="689550" cy="536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4950" y="2728425"/>
            <a:ext cx="791850" cy="7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27"/>
          <p:cNvGrpSpPr/>
          <p:nvPr/>
        </p:nvGrpSpPr>
        <p:grpSpPr>
          <a:xfrm>
            <a:off x="715100" y="1600313"/>
            <a:ext cx="3771900" cy="1412550"/>
            <a:chOff x="4754850" y="1600325"/>
            <a:chExt cx="3771900" cy="1412550"/>
          </a:xfrm>
        </p:grpSpPr>
        <p:sp>
          <p:nvSpPr>
            <p:cNvPr id="446" name="Google Shape;446;p27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8" name="Google Shape;448;p27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9" name="Google Shape;449;p27"/>
          <p:cNvGrpSpPr/>
          <p:nvPr/>
        </p:nvGrpSpPr>
        <p:grpSpPr>
          <a:xfrm>
            <a:off x="4754850" y="1600313"/>
            <a:ext cx="3771900" cy="1412550"/>
            <a:chOff x="4754850" y="1600325"/>
            <a:chExt cx="3771900" cy="1412550"/>
          </a:xfrm>
        </p:grpSpPr>
        <p:sp>
          <p:nvSpPr>
            <p:cNvPr id="450" name="Google Shape;450;p27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2" name="Google Shape;452;p27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3" name="Google Shape;453;p27"/>
          <p:cNvSpPr txBox="1"/>
          <p:nvPr>
            <p:ph idx="1" type="subTitle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Keyboard</a:t>
            </a:r>
            <a:endParaRPr/>
          </a:p>
        </p:txBody>
      </p:sp>
      <p:grpSp>
        <p:nvGrpSpPr>
          <p:cNvPr id="454" name="Google Shape;454;p27"/>
          <p:cNvGrpSpPr/>
          <p:nvPr/>
        </p:nvGrpSpPr>
        <p:grpSpPr>
          <a:xfrm>
            <a:off x="2686050" y="3195863"/>
            <a:ext cx="3771900" cy="1412550"/>
            <a:chOff x="4754850" y="1600325"/>
            <a:chExt cx="3771900" cy="1412550"/>
          </a:xfrm>
        </p:grpSpPr>
        <p:sp>
          <p:nvSpPr>
            <p:cNvPr id="455" name="Google Shape;455;p27"/>
            <p:cNvSpPr/>
            <p:nvPr/>
          </p:nvSpPr>
          <p:spPr>
            <a:xfrm>
              <a:off x="4852650" y="169167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7"/>
            <p:cNvSpPr/>
            <p:nvPr/>
          </p:nvSpPr>
          <p:spPr>
            <a:xfrm>
              <a:off x="4754850" y="1600325"/>
              <a:ext cx="3674100" cy="13212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57" name="Google Shape;457;p27"/>
            <p:cNvCxnSpPr/>
            <p:nvPr/>
          </p:nvCxnSpPr>
          <p:spPr>
            <a:xfrm>
              <a:off x="4754850" y="1783325"/>
              <a:ext cx="3674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8" name="Google Shape;458;p27"/>
          <p:cNvSpPr txBox="1"/>
          <p:nvPr>
            <p:ph idx="2" type="subTitle"/>
          </p:nvPr>
        </p:nvSpPr>
        <p:spPr>
          <a:xfrm>
            <a:off x="3928906" y="3399150"/>
            <a:ext cx="23775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459" name="Google Shape;459;p27"/>
          <p:cNvSpPr txBox="1"/>
          <p:nvPr>
            <p:ph idx="3" type="subTitle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Mouse</a:t>
            </a:r>
            <a:endParaRPr/>
          </a:p>
        </p:txBody>
      </p:sp>
      <p:sp>
        <p:nvSpPr>
          <p:cNvPr id="460" name="Google Shape;460;p27"/>
          <p:cNvSpPr txBox="1"/>
          <p:nvPr>
            <p:ph type="title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61" name="Google Shape;461;p27"/>
          <p:cNvSpPr txBox="1"/>
          <p:nvPr>
            <p:ph idx="5" type="subTitle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Controlling your program with the press of a button!</a:t>
            </a:r>
            <a:endParaRPr/>
          </a:p>
        </p:txBody>
      </p:sp>
      <p:sp>
        <p:nvSpPr>
          <p:cNvPr id="462" name="Google Shape;462;p27"/>
          <p:cNvSpPr txBox="1"/>
          <p:nvPr>
            <p:ph idx="6" type="title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63" name="Google Shape;463;p27"/>
          <p:cNvSpPr txBox="1"/>
          <p:nvPr>
            <p:ph idx="7" type="subTitle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you can do with mouse clicks and presses!</a:t>
            </a:r>
            <a:endParaRPr/>
          </a:p>
        </p:txBody>
      </p:sp>
      <p:sp>
        <p:nvSpPr>
          <p:cNvPr id="464" name="Google Shape;464;p27"/>
          <p:cNvSpPr txBox="1"/>
          <p:nvPr>
            <p:ph idx="8" type="title"/>
          </p:nvPr>
        </p:nvSpPr>
        <p:spPr>
          <a:xfrm>
            <a:off x="2740297" y="3399150"/>
            <a:ext cx="11886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65" name="Google Shape;465;p27"/>
          <p:cNvSpPr txBox="1"/>
          <p:nvPr>
            <p:ph idx="9" type="subTitle"/>
          </p:nvPr>
        </p:nvSpPr>
        <p:spPr>
          <a:xfrm>
            <a:off x="3928906" y="3856343"/>
            <a:ext cx="237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Get your hands dirty—or, rather, snowy—with some practice!</a:t>
            </a:r>
            <a:endParaRPr sz="1200"/>
          </a:p>
        </p:txBody>
      </p:sp>
      <p:sp>
        <p:nvSpPr>
          <p:cNvPr id="466" name="Google Shape;466;p27"/>
          <p:cNvSpPr txBox="1"/>
          <p:nvPr>
            <p:ph idx="15" type="title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67" name="Google Shape;467;p27"/>
          <p:cNvSpPr/>
          <p:nvPr/>
        </p:nvSpPr>
        <p:spPr>
          <a:xfrm>
            <a:off x="7971738" y="1225982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7"/>
          <p:cNvSpPr/>
          <p:nvPr/>
        </p:nvSpPr>
        <p:spPr>
          <a:xfrm>
            <a:off x="7739398" y="1077330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7"/>
          <p:cNvSpPr/>
          <p:nvPr/>
        </p:nvSpPr>
        <p:spPr>
          <a:xfrm>
            <a:off x="715100" y="912725"/>
            <a:ext cx="457208" cy="164598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28"/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475" name="Google Shape;475;p28"/>
            <p:cNvSpPr/>
            <p:nvPr/>
          </p:nvSpPr>
          <p:spPr>
            <a:xfrm>
              <a:off x="4572050" y="100025"/>
              <a:ext cx="3657590" cy="348347"/>
            </a:xfrm>
            <a:custGeom>
              <a:rect b="b" l="l" r="r" t="t"/>
              <a:pathLst>
                <a:path extrusionOk="0" h="4488" w="46122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8"/>
            <p:cNvSpPr/>
            <p:nvPr/>
          </p:nvSpPr>
          <p:spPr>
            <a:xfrm>
              <a:off x="4572050" y="100025"/>
              <a:ext cx="3657590" cy="348347"/>
            </a:xfrm>
            <a:custGeom>
              <a:rect b="b" l="l" r="r" t="t"/>
              <a:pathLst>
                <a:path extrusionOk="0" h="4488" w="46122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8"/>
            <p:cNvSpPr/>
            <p:nvPr/>
          </p:nvSpPr>
          <p:spPr>
            <a:xfrm>
              <a:off x="4720981" y="137824"/>
              <a:ext cx="328867" cy="270807"/>
            </a:xfrm>
            <a:custGeom>
              <a:rect b="b" l="l" r="r" t="t"/>
              <a:pathLst>
                <a:path extrusionOk="0" h="3489" w="4147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8"/>
            <p:cNvSpPr/>
            <p:nvPr/>
          </p:nvSpPr>
          <p:spPr>
            <a:xfrm>
              <a:off x="4722884" y="287391"/>
              <a:ext cx="307614" cy="121239"/>
            </a:xfrm>
            <a:custGeom>
              <a:rect b="b" l="l" r="r" t="t"/>
              <a:pathLst>
                <a:path extrusionOk="0" h="1562" w="3879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8"/>
            <p:cNvSpPr/>
            <p:nvPr/>
          </p:nvSpPr>
          <p:spPr>
            <a:xfrm>
              <a:off x="4610750" y="238182"/>
              <a:ext cx="98732" cy="70089"/>
            </a:xfrm>
            <a:custGeom>
              <a:rect b="b" l="l" r="r" t="t"/>
              <a:pathLst>
                <a:path extrusionOk="0" h="903" w="1245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8"/>
            <p:cNvSpPr/>
            <p:nvPr/>
          </p:nvSpPr>
          <p:spPr>
            <a:xfrm>
              <a:off x="4610750" y="272256"/>
              <a:ext cx="92943" cy="36015"/>
            </a:xfrm>
            <a:custGeom>
              <a:rect b="b" l="l" r="r" t="t"/>
              <a:pathLst>
                <a:path extrusionOk="0" h="464" w="1172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8"/>
            <p:cNvSpPr/>
            <p:nvPr/>
          </p:nvSpPr>
          <p:spPr>
            <a:xfrm>
              <a:off x="5043980" y="130295"/>
              <a:ext cx="2541566" cy="289669"/>
            </a:xfrm>
            <a:custGeom>
              <a:rect b="b" l="l" r="r" t="t"/>
              <a:pathLst>
                <a:path extrusionOk="0" h="3732" w="32049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5043980" y="353676"/>
              <a:ext cx="2541566" cy="64423"/>
            </a:xfrm>
            <a:custGeom>
              <a:rect b="b" l="l" r="r" t="t"/>
              <a:pathLst>
                <a:path extrusionOk="0" h="830" w="32049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8"/>
            <p:cNvSpPr/>
            <p:nvPr/>
          </p:nvSpPr>
          <p:spPr>
            <a:xfrm>
              <a:off x="7610613" y="130295"/>
              <a:ext cx="152895" cy="287806"/>
            </a:xfrm>
            <a:custGeom>
              <a:rect b="b" l="l" r="r" t="t"/>
              <a:pathLst>
                <a:path extrusionOk="0" h="3708" w="1928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7610613" y="361205"/>
              <a:ext cx="154798" cy="56894"/>
            </a:xfrm>
            <a:custGeom>
              <a:rect b="b" l="l" r="r" t="t"/>
              <a:pathLst>
                <a:path extrusionOk="0" h="733" w="1952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8"/>
            <p:cNvSpPr/>
            <p:nvPr/>
          </p:nvSpPr>
          <p:spPr>
            <a:xfrm>
              <a:off x="7788568" y="130295"/>
              <a:ext cx="408170" cy="287806"/>
            </a:xfrm>
            <a:custGeom>
              <a:rect b="b" l="l" r="r" t="t"/>
              <a:pathLst>
                <a:path extrusionOk="0" h="3708" w="5147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8"/>
            <p:cNvSpPr/>
            <p:nvPr/>
          </p:nvSpPr>
          <p:spPr>
            <a:xfrm>
              <a:off x="7788568" y="224910"/>
              <a:ext cx="396592" cy="193190"/>
            </a:xfrm>
            <a:custGeom>
              <a:rect b="b" l="l" r="r" t="t"/>
              <a:pathLst>
                <a:path extrusionOk="0" h="2489" w="5001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7" name="Google Shape;487;p28"/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488" name="Google Shape;488;p28"/>
            <p:cNvSpPr/>
            <p:nvPr/>
          </p:nvSpPr>
          <p:spPr>
            <a:xfrm>
              <a:off x="3724575" y="3497700"/>
              <a:ext cx="603495" cy="1371596"/>
            </a:xfrm>
            <a:custGeom>
              <a:rect b="b" l="l" r="r" t="t"/>
              <a:pathLst>
                <a:path extrusionOk="0" h="16415" w="7221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8"/>
            <p:cNvSpPr/>
            <p:nvPr/>
          </p:nvSpPr>
          <p:spPr>
            <a:xfrm>
              <a:off x="3757170" y="3848221"/>
              <a:ext cx="538223" cy="988485"/>
            </a:xfrm>
            <a:custGeom>
              <a:rect b="b" l="l" r="r" t="t"/>
              <a:pathLst>
                <a:path extrusionOk="0" h="11830" w="644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8"/>
            <p:cNvSpPr/>
            <p:nvPr/>
          </p:nvSpPr>
          <p:spPr>
            <a:xfrm>
              <a:off x="3816342" y="4047922"/>
              <a:ext cx="38779" cy="654255"/>
            </a:xfrm>
            <a:custGeom>
              <a:rect b="b" l="l" r="r" t="t"/>
              <a:pathLst>
                <a:path extrusionOk="0" h="7830" w="464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8"/>
            <p:cNvSpPr/>
            <p:nvPr/>
          </p:nvSpPr>
          <p:spPr>
            <a:xfrm>
              <a:off x="3724575" y="3497700"/>
              <a:ext cx="603495" cy="1371596"/>
            </a:xfrm>
            <a:custGeom>
              <a:rect b="b" l="l" r="r" t="t"/>
              <a:pathLst>
                <a:path extrusionOk="0" h="16415" w="7221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8"/>
            <p:cNvSpPr/>
            <p:nvPr/>
          </p:nvSpPr>
          <p:spPr>
            <a:xfrm>
              <a:off x="3871336" y="3530287"/>
              <a:ext cx="309980" cy="285349"/>
            </a:xfrm>
            <a:custGeom>
              <a:rect b="b" l="l" r="r" t="t"/>
              <a:pathLst>
                <a:path extrusionOk="0" h="3415" w="3709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8"/>
            <p:cNvSpPr/>
            <p:nvPr/>
          </p:nvSpPr>
          <p:spPr>
            <a:xfrm>
              <a:off x="3775557" y="3848221"/>
              <a:ext cx="519836" cy="988485"/>
            </a:xfrm>
            <a:custGeom>
              <a:rect b="b" l="l" r="r" t="t"/>
              <a:pathLst>
                <a:path extrusionOk="0" h="11830" w="622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28"/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495" name="Google Shape;495;p28"/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6" name="Google Shape;496;p28"/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497" name="Google Shape;497;p28"/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498" name="Google Shape;498;p28"/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499" name="Google Shape;499;p28"/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00" name="Google Shape;500;p2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01" name="Google Shape;501;p2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502" name="Google Shape;502;p28"/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03" name="Google Shape;503;p28"/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504" name="Google Shape;504;p28"/>
          <p:cNvSpPr txBox="1"/>
          <p:nvPr>
            <p:ph idx="2" type="title"/>
          </p:nvPr>
        </p:nvSpPr>
        <p:spPr>
          <a:xfrm>
            <a:off x="947550" y="679350"/>
            <a:ext cx="1368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5" name="Google Shape;505;p28"/>
          <p:cNvSpPr txBox="1"/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Keyboard Input</a:t>
            </a:r>
            <a:endParaRPr/>
          </a:p>
        </p:txBody>
      </p:sp>
      <p:grpSp>
        <p:nvGrpSpPr>
          <p:cNvPr id="506" name="Google Shape;506;p28"/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507" name="Google Shape;507;p28"/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8"/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09" name="Google Shape;509;p28"/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10" name="Google Shape;510;p28"/>
          <p:cNvSpPr txBox="1"/>
          <p:nvPr>
            <p:ph idx="1" type="subTitle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qwertyuiopasdfghjklzxcvbnm</a:t>
            </a:r>
            <a:endParaRPr/>
          </a:p>
        </p:txBody>
      </p:sp>
      <p:grpSp>
        <p:nvGrpSpPr>
          <p:cNvPr id="511" name="Google Shape;511;p28"/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512" name="Google Shape;512;p28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fmla="val 15109" name="adj"/>
              </a:avLst>
            </a:pr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8"/>
            <p:cNvSpPr/>
            <p:nvPr/>
          </p:nvSpPr>
          <p:spPr>
            <a:xfrm>
              <a:off x="932654" y="2075711"/>
              <a:ext cx="457191" cy="388627"/>
            </a:xfrm>
            <a:custGeom>
              <a:rect b="b" l="l" r="r" t="t"/>
              <a:pathLst>
                <a:path extrusionOk="0" h="9051" w="10659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4" name="Google Shape;514;p28"/>
          <p:cNvSpPr/>
          <p:nvPr/>
        </p:nvSpPr>
        <p:spPr>
          <a:xfrm>
            <a:off x="3828458" y="1721467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8"/>
          <p:cNvSpPr/>
          <p:nvPr/>
        </p:nvSpPr>
        <p:spPr>
          <a:xfrm>
            <a:off x="4292603" y="1570639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3042489" y="1417325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7" name="Google Shape;517;p28"/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518" name="Google Shape;518;p28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8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oogle Shape;52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3950" y="1651025"/>
            <a:ext cx="2529924" cy="167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300" y="1589100"/>
            <a:ext cx="2057600" cy="20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5713" y="1973600"/>
            <a:ext cx="2729252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9"/>
          <p:cNvSpPr txBox="1"/>
          <p:nvPr/>
        </p:nvSpPr>
        <p:spPr>
          <a:xfrm>
            <a:off x="540125" y="1250825"/>
            <a:ext cx="191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Writing your essays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28" name="Google Shape;528;p29"/>
          <p:cNvSpPr txBox="1"/>
          <p:nvPr/>
        </p:nvSpPr>
        <p:spPr>
          <a:xfrm>
            <a:off x="3497875" y="1527175"/>
            <a:ext cx="16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Texting friends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29" name="Google Shape;529;p29"/>
          <p:cNvSpPr txBox="1"/>
          <p:nvPr/>
        </p:nvSpPr>
        <p:spPr>
          <a:xfrm>
            <a:off x="6316800" y="1250825"/>
            <a:ext cx="191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Playing video games</a:t>
            </a:r>
            <a:endParaRPr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30" name="Google Shape;530;p29"/>
          <p:cNvSpPr txBox="1"/>
          <p:nvPr/>
        </p:nvSpPr>
        <p:spPr>
          <a:xfrm>
            <a:off x="2327000" y="789125"/>
            <a:ext cx="512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Where do we see keyboard input? </a:t>
            </a:r>
            <a:endParaRPr b="1" sz="22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0"/>
          <p:cNvSpPr txBox="1"/>
          <p:nvPr>
            <p:ph type="title"/>
          </p:nvPr>
        </p:nvSpPr>
        <p:spPr>
          <a:xfrm>
            <a:off x="1268775" y="696575"/>
            <a:ext cx="65991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ubik"/>
                <a:ea typeface="Rubik"/>
                <a:cs typeface="Rubik"/>
                <a:sym typeface="Rubik"/>
              </a:rPr>
              <a:t>We can put keyboard input into 2 categories</a:t>
            </a:r>
            <a:endParaRPr sz="2000"/>
          </a:p>
        </p:txBody>
      </p:sp>
      <p:grpSp>
        <p:nvGrpSpPr>
          <p:cNvPr id="536" name="Google Shape;536;p30"/>
          <p:cNvGrpSpPr/>
          <p:nvPr/>
        </p:nvGrpSpPr>
        <p:grpSpPr>
          <a:xfrm>
            <a:off x="626878" y="1380890"/>
            <a:ext cx="3554908" cy="3131079"/>
            <a:chOff x="4754850" y="887475"/>
            <a:chExt cx="3763400" cy="3725700"/>
          </a:xfrm>
        </p:grpSpPr>
        <p:sp>
          <p:nvSpPr>
            <p:cNvPr id="537" name="Google Shape;537;p30"/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38" name="Google Shape;538;p30"/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539" name="Google Shape;539;p30"/>
              <p:cNvSpPr/>
              <p:nvPr/>
            </p:nvSpPr>
            <p:spPr>
              <a:xfrm>
                <a:off x="4754850" y="887475"/>
                <a:ext cx="3673800" cy="36162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40" name="Google Shape;540;p30"/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41" name="Google Shape;541;p30"/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542" name="Google Shape;542;p30"/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43" name="Google Shape;543;p30"/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544" name="Google Shape;544;p30"/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45" name="Google Shape;545;p30"/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546" name="Google Shape;546;p30"/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547" name="Google Shape;547;p30"/>
          <p:cNvSpPr txBox="1"/>
          <p:nvPr>
            <p:ph idx="1" type="subTitle"/>
          </p:nvPr>
        </p:nvSpPr>
        <p:spPr>
          <a:xfrm>
            <a:off x="668425" y="2482475"/>
            <a:ext cx="1814700" cy="18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Happens constantly</a:t>
            </a:r>
            <a:endParaRPr/>
          </a:p>
        </p:txBody>
      </p:sp>
      <p:sp>
        <p:nvSpPr>
          <p:cNvPr id="548" name="Google Shape;548;p30"/>
          <p:cNvSpPr txBox="1"/>
          <p:nvPr>
            <p:ph idx="1" type="subTitle"/>
          </p:nvPr>
        </p:nvSpPr>
        <p:spPr>
          <a:xfrm>
            <a:off x="1043325" y="1762550"/>
            <a:ext cx="2565900" cy="5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ubik"/>
                <a:ea typeface="Rubik"/>
                <a:cs typeface="Rubik"/>
                <a:sym typeface="Rubik"/>
              </a:rPr>
              <a:t>THE PRESSING</a:t>
            </a:r>
            <a:endParaRPr sz="1600"/>
          </a:p>
        </p:txBody>
      </p:sp>
      <p:pic>
        <p:nvPicPr>
          <p:cNvPr id="549" name="Google Shape;549;p30"/>
          <p:cNvPicPr preferRelativeResize="0"/>
          <p:nvPr/>
        </p:nvPicPr>
        <p:blipFill rotWithShape="1">
          <a:blip r:embed="rId3">
            <a:alphaModFix/>
          </a:blip>
          <a:srcRect b="0" l="50586" r="759" t="0"/>
          <a:stretch/>
        </p:blipFill>
        <p:spPr>
          <a:xfrm>
            <a:off x="2483150" y="2278250"/>
            <a:ext cx="1463524" cy="1263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0" name="Google Shape;550;p30"/>
          <p:cNvGrpSpPr/>
          <p:nvPr/>
        </p:nvGrpSpPr>
        <p:grpSpPr>
          <a:xfrm>
            <a:off x="5029403" y="1380890"/>
            <a:ext cx="3554908" cy="3131079"/>
            <a:chOff x="4754850" y="887475"/>
            <a:chExt cx="3763400" cy="3725700"/>
          </a:xfrm>
        </p:grpSpPr>
        <p:sp>
          <p:nvSpPr>
            <p:cNvPr id="551" name="Google Shape;551;p30"/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2" name="Google Shape;552;p30"/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553" name="Google Shape;553;p30"/>
              <p:cNvSpPr/>
              <p:nvPr/>
            </p:nvSpPr>
            <p:spPr>
              <a:xfrm>
                <a:off x="4754850" y="887475"/>
                <a:ext cx="3673800" cy="36162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54" name="Google Shape;554;p30"/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55" name="Google Shape;555;p30"/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556" name="Google Shape;556;p30"/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57" name="Google Shape;557;p30"/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558" name="Google Shape;558;p30"/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559" name="Google Shape;559;p30"/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560" name="Google Shape;560;p30"/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sp>
        <p:nvSpPr>
          <p:cNvPr id="561" name="Google Shape;561;p30"/>
          <p:cNvSpPr txBox="1"/>
          <p:nvPr>
            <p:ph idx="1" type="subTitle"/>
          </p:nvPr>
        </p:nvSpPr>
        <p:spPr>
          <a:xfrm>
            <a:off x="5070950" y="2482475"/>
            <a:ext cx="1814700" cy="18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Happens only once</a:t>
            </a:r>
            <a:endParaRPr/>
          </a:p>
        </p:txBody>
      </p:sp>
      <p:sp>
        <p:nvSpPr>
          <p:cNvPr id="562" name="Google Shape;562;p30"/>
          <p:cNvSpPr txBox="1"/>
          <p:nvPr>
            <p:ph idx="1" type="subTitle"/>
          </p:nvPr>
        </p:nvSpPr>
        <p:spPr>
          <a:xfrm>
            <a:off x="5523900" y="1762550"/>
            <a:ext cx="2565900" cy="51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ubik"/>
                <a:ea typeface="Rubik"/>
                <a:cs typeface="Rubik"/>
                <a:sym typeface="Rubik"/>
              </a:rPr>
              <a:t>THE RELEASE</a:t>
            </a:r>
            <a:endParaRPr sz="1600"/>
          </a:p>
        </p:txBody>
      </p:sp>
      <p:pic>
        <p:nvPicPr>
          <p:cNvPr id="563" name="Google Shape;563;p30"/>
          <p:cNvPicPr preferRelativeResize="0"/>
          <p:nvPr/>
        </p:nvPicPr>
        <p:blipFill rotWithShape="1">
          <a:blip r:embed="rId3">
            <a:alphaModFix/>
          </a:blip>
          <a:srcRect b="0" l="0" r="49176" t="0"/>
          <a:stretch/>
        </p:blipFill>
        <p:spPr>
          <a:xfrm>
            <a:off x="6924825" y="2329950"/>
            <a:ext cx="1463524" cy="1209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1"/>
          <p:cNvSpPr txBox="1"/>
          <p:nvPr>
            <p:ph type="title"/>
          </p:nvPr>
        </p:nvSpPr>
        <p:spPr>
          <a:xfrm>
            <a:off x="1268775" y="696575"/>
            <a:ext cx="65991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ubik"/>
                <a:ea typeface="Rubik"/>
                <a:cs typeface="Rubik"/>
                <a:sym typeface="Rubik"/>
              </a:rPr>
              <a:t>THE PRESSING</a:t>
            </a:r>
            <a:endParaRPr sz="2000"/>
          </a:p>
        </p:txBody>
      </p:sp>
      <p:pic>
        <p:nvPicPr>
          <p:cNvPr id="569" name="Google Shape;5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725" y="1429250"/>
            <a:ext cx="331470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6500" y="1137713"/>
            <a:ext cx="2705512" cy="35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2"/>
          <p:cNvSpPr txBox="1"/>
          <p:nvPr>
            <p:ph type="title"/>
          </p:nvPr>
        </p:nvSpPr>
        <p:spPr>
          <a:xfrm>
            <a:off x="1268775" y="696575"/>
            <a:ext cx="6599100" cy="6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Rubik"/>
                <a:ea typeface="Rubik"/>
                <a:cs typeface="Rubik"/>
                <a:sym typeface="Rubik"/>
              </a:rPr>
              <a:t>THE RELEASE</a:t>
            </a:r>
            <a:endParaRPr sz="2000"/>
          </a:p>
        </p:txBody>
      </p:sp>
      <p:pic>
        <p:nvPicPr>
          <p:cNvPr id="576" name="Google Shape;57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925" y="1224825"/>
            <a:ext cx="5108796" cy="353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1" name="Google Shape;581;p33"/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582" name="Google Shape;582;p33"/>
            <p:cNvSpPr/>
            <p:nvPr/>
          </p:nvSpPr>
          <p:spPr>
            <a:xfrm>
              <a:off x="4572050" y="100025"/>
              <a:ext cx="3657590" cy="348347"/>
            </a:xfrm>
            <a:custGeom>
              <a:rect b="b" l="l" r="r" t="t"/>
              <a:pathLst>
                <a:path extrusionOk="0" h="4488" w="46122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4572050" y="100025"/>
              <a:ext cx="3657590" cy="348347"/>
            </a:xfrm>
            <a:custGeom>
              <a:rect b="b" l="l" r="r" t="t"/>
              <a:pathLst>
                <a:path extrusionOk="0" h="4488" w="46122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4720981" y="137824"/>
              <a:ext cx="328867" cy="270807"/>
            </a:xfrm>
            <a:custGeom>
              <a:rect b="b" l="l" r="r" t="t"/>
              <a:pathLst>
                <a:path extrusionOk="0" h="3489" w="4147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4722884" y="287391"/>
              <a:ext cx="307614" cy="121239"/>
            </a:xfrm>
            <a:custGeom>
              <a:rect b="b" l="l" r="r" t="t"/>
              <a:pathLst>
                <a:path extrusionOk="0" h="1562" w="3879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4610750" y="238182"/>
              <a:ext cx="98732" cy="70089"/>
            </a:xfrm>
            <a:custGeom>
              <a:rect b="b" l="l" r="r" t="t"/>
              <a:pathLst>
                <a:path extrusionOk="0" h="903" w="1245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3"/>
            <p:cNvSpPr/>
            <p:nvPr/>
          </p:nvSpPr>
          <p:spPr>
            <a:xfrm>
              <a:off x="4610750" y="272256"/>
              <a:ext cx="92943" cy="36015"/>
            </a:xfrm>
            <a:custGeom>
              <a:rect b="b" l="l" r="r" t="t"/>
              <a:pathLst>
                <a:path extrusionOk="0" h="464" w="1172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3"/>
            <p:cNvSpPr/>
            <p:nvPr/>
          </p:nvSpPr>
          <p:spPr>
            <a:xfrm>
              <a:off x="5043980" y="130295"/>
              <a:ext cx="2541566" cy="289669"/>
            </a:xfrm>
            <a:custGeom>
              <a:rect b="b" l="l" r="r" t="t"/>
              <a:pathLst>
                <a:path extrusionOk="0" h="3732" w="32049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3"/>
            <p:cNvSpPr/>
            <p:nvPr/>
          </p:nvSpPr>
          <p:spPr>
            <a:xfrm>
              <a:off x="5043980" y="353676"/>
              <a:ext cx="2541566" cy="64423"/>
            </a:xfrm>
            <a:custGeom>
              <a:rect b="b" l="l" r="r" t="t"/>
              <a:pathLst>
                <a:path extrusionOk="0" h="830" w="32049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3"/>
            <p:cNvSpPr/>
            <p:nvPr/>
          </p:nvSpPr>
          <p:spPr>
            <a:xfrm>
              <a:off x="7610613" y="130295"/>
              <a:ext cx="152895" cy="287806"/>
            </a:xfrm>
            <a:custGeom>
              <a:rect b="b" l="l" r="r" t="t"/>
              <a:pathLst>
                <a:path extrusionOk="0" h="3708" w="1928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3"/>
            <p:cNvSpPr/>
            <p:nvPr/>
          </p:nvSpPr>
          <p:spPr>
            <a:xfrm>
              <a:off x="7610613" y="361205"/>
              <a:ext cx="154798" cy="56894"/>
            </a:xfrm>
            <a:custGeom>
              <a:rect b="b" l="l" r="r" t="t"/>
              <a:pathLst>
                <a:path extrusionOk="0" h="733" w="1952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3"/>
            <p:cNvSpPr/>
            <p:nvPr/>
          </p:nvSpPr>
          <p:spPr>
            <a:xfrm>
              <a:off x="7788568" y="130295"/>
              <a:ext cx="408170" cy="287806"/>
            </a:xfrm>
            <a:custGeom>
              <a:rect b="b" l="l" r="r" t="t"/>
              <a:pathLst>
                <a:path extrusionOk="0" h="3708" w="5147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3"/>
            <p:cNvSpPr/>
            <p:nvPr/>
          </p:nvSpPr>
          <p:spPr>
            <a:xfrm>
              <a:off x="7788568" y="224910"/>
              <a:ext cx="396592" cy="193190"/>
            </a:xfrm>
            <a:custGeom>
              <a:rect b="b" l="l" r="r" t="t"/>
              <a:pathLst>
                <a:path extrusionOk="0" h="2489" w="5001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4" name="Google Shape;594;p33"/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595" name="Google Shape;595;p33"/>
            <p:cNvSpPr/>
            <p:nvPr/>
          </p:nvSpPr>
          <p:spPr>
            <a:xfrm>
              <a:off x="3724575" y="3497700"/>
              <a:ext cx="603495" cy="1371596"/>
            </a:xfrm>
            <a:custGeom>
              <a:rect b="b" l="l" r="r" t="t"/>
              <a:pathLst>
                <a:path extrusionOk="0" h="16415" w="7221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3"/>
            <p:cNvSpPr/>
            <p:nvPr/>
          </p:nvSpPr>
          <p:spPr>
            <a:xfrm>
              <a:off x="3757170" y="3848221"/>
              <a:ext cx="538223" cy="988485"/>
            </a:xfrm>
            <a:custGeom>
              <a:rect b="b" l="l" r="r" t="t"/>
              <a:pathLst>
                <a:path extrusionOk="0" h="11830" w="644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>
              <a:off x="3816342" y="4047922"/>
              <a:ext cx="38779" cy="654255"/>
            </a:xfrm>
            <a:custGeom>
              <a:rect b="b" l="l" r="r" t="t"/>
              <a:pathLst>
                <a:path extrusionOk="0" h="7830" w="464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3"/>
            <p:cNvSpPr/>
            <p:nvPr/>
          </p:nvSpPr>
          <p:spPr>
            <a:xfrm>
              <a:off x="3724575" y="3497700"/>
              <a:ext cx="603495" cy="1371596"/>
            </a:xfrm>
            <a:custGeom>
              <a:rect b="b" l="l" r="r" t="t"/>
              <a:pathLst>
                <a:path extrusionOk="0" h="16415" w="7221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3"/>
            <p:cNvSpPr/>
            <p:nvPr/>
          </p:nvSpPr>
          <p:spPr>
            <a:xfrm>
              <a:off x="3871336" y="3530287"/>
              <a:ext cx="309980" cy="285349"/>
            </a:xfrm>
            <a:custGeom>
              <a:rect b="b" l="l" r="r" t="t"/>
              <a:pathLst>
                <a:path extrusionOk="0" h="3415" w="3709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3"/>
            <p:cNvSpPr/>
            <p:nvPr/>
          </p:nvSpPr>
          <p:spPr>
            <a:xfrm>
              <a:off x="3775557" y="3848221"/>
              <a:ext cx="519836" cy="988485"/>
            </a:xfrm>
            <a:custGeom>
              <a:rect b="b" l="l" r="r" t="t"/>
              <a:pathLst>
                <a:path extrusionOk="0" h="11830" w="622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1" name="Google Shape;601;p33"/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602" name="Google Shape;602;p33"/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3" name="Google Shape;603;p33"/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604" name="Google Shape;604;p33"/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05" name="Google Shape;605;p33"/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06" name="Google Shape;606;p33"/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607" name="Google Shape;607;p3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08" name="Google Shape;608;p3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609" name="Google Shape;609;p33"/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10" name="Google Shape;610;p33"/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11" name="Google Shape;611;p33"/>
          <p:cNvSpPr txBox="1"/>
          <p:nvPr>
            <p:ph idx="2" type="title"/>
          </p:nvPr>
        </p:nvSpPr>
        <p:spPr>
          <a:xfrm>
            <a:off x="870300" y="679350"/>
            <a:ext cx="14946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12" name="Google Shape;612;p33"/>
          <p:cNvSpPr txBox="1"/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Mouse Input</a:t>
            </a:r>
            <a:endParaRPr/>
          </a:p>
        </p:txBody>
      </p:sp>
      <p:grpSp>
        <p:nvGrpSpPr>
          <p:cNvPr id="613" name="Google Shape;613;p33"/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614" name="Google Shape;614;p33"/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3"/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16" name="Google Shape;616;p33"/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17" name="Google Shape;617;p33"/>
          <p:cNvSpPr txBox="1"/>
          <p:nvPr>
            <p:ph idx="1" type="subTitle"/>
          </p:nvPr>
        </p:nvSpPr>
        <p:spPr>
          <a:xfrm>
            <a:off x="2286000" y="3952891"/>
            <a:ext cx="4572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 </a:t>
            </a:r>
            <a:r>
              <a:rPr lang="en" sz="1300"/>
              <a:t>click </a:t>
            </a:r>
            <a:r>
              <a:rPr lang="en" sz="1200"/>
              <a:t>click </a:t>
            </a:r>
            <a:r>
              <a:rPr lang="en" sz="1100"/>
              <a:t>click </a:t>
            </a:r>
            <a:r>
              <a:rPr lang="en" sz="1000"/>
              <a:t>click </a:t>
            </a:r>
            <a:r>
              <a:rPr lang="en" sz="900"/>
              <a:t>click </a:t>
            </a:r>
            <a:r>
              <a:rPr lang="en" sz="800"/>
              <a:t>click </a:t>
            </a:r>
            <a:r>
              <a:rPr lang="en" sz="700"/>
              <a:t>click </a:t>
            </a:r>
            <a:r>
              <a:rPr lang="en" sz="600"/>
              <a:t>click </a:t>
            </a:r>
            <a:r>
              <a:rPr lang="en" sz="500"/>
              <a:t>click </a:t>
            </a:r>
            <a:r>
              <a:rPr lang="en" sz="400"/>
              <a:t>click </a:t>
            </a:r>
            <a:r>
              <a:rPr lang="en" sz="300"/>
              <a:t>click </a:t>
            </a:r>
            <a:r>
              <a:rPr lang="en" sz="200"/>
              <a:t>click </a:t>
            </a:r>
            <a:r>
              <a:rPr lang="en" sz="100"/>
              <a:t>click</a:t>
            </a:r>
            <a:endParaRPr sz="500"/>
          </a:p>
        </p:txBody>
      </p:sp>
      <p:grpSp>
        <p:nvGrpSpPr>
          <p:cNvPr id="618" name="Google Shape;618;p33"/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619" name="Google Shape;619;p3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fmla="val 15109" name="adj"/>
              </a:avLst>
            </a:pr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3"/>
            <p:cNvSpPr/>
            <p:nvPr/>
          </p:nvSpPr>
          <p:spPr>
            <a:xfrm>
              <a:off x="932654" y="2075711"/>
              <a:ext cx="457191" cy="388627"/>
            </a:xfrm>
            <a:custGeom>
              <a:rect b="b" l="l" r="r" t="t"/>
              <a:pathLst>
                <a:path extrusionOk="0" h="9051" w="10659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33"/>
          <p:cNvSpPr/>
          <p:nvPr/>
        </p:nvSpPr>
        <p:spPr>
          <a:xfrm>
            <a:off x="3828458" y="1721467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3"/>
          <p:cNvSpPr/>
          <p:nvPr/>
        </p:nvSpPr>
        <p:spPr>
          <a:xfrm>
            <a:off x="4292603" y="1570639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3"/>
          <p:cNvSpPr/>
          <p:nvPr/>
        </p:nvSpPr>
        <p:spPr>
          <a:xfrm>
            <a:off x="3042489" y="1417325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4" name="Google Shape;624;p33"/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625" name="Google Shape;625;p33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3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4"/>
          <p:cNvSpPr txBox="1"/>
          <p:nvPr>
            <p:ph type="title"/>
          </p:nvPr>
        </p:nvSpPr>
        <p:spPr>
          <a:xfrm>
            <a:off x="714325" y="731400"/>
            <a:ext cx="3674700" cy="18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Mouse Input</a:t>
            </a:r>
            <a:endParaRPr/>
          </a:p>
        </p:txBody>
      </p:sp>
      <p:sp>
        <p:nvSpPr>
          <p:cNvPr id="632" name="Google Shape;632;p34"/>
          <p:cNvSpPr txBox="1"/>
          <p:nvPr>
            <p:ph idx="1" type="subTitle"/>
          </p:nvPr>
        </p:nvSpPr>
        <p:spPr>
          <a:xfrm>
            <a:off x="714325" y="1518650"/>
            <a:ext cx="3674700" cy="28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Having your code react to mouse input can be useful for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Buttons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Games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Much more!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So how can we make our code detect mouse input?</a:t>
            </a:r>
            <a:endParaRPr sz="1600"/>
          </a:p>
        </p:txBody>
      </p:sp>
      <p:grpSp>
        <p:nvGrpSpPr>
          <p:cNvPr id="633" name="Google Shape;633;p34"/>
          <p:cNvGrpSpPr/>
          <p:nvPr/>
        </p:nvGrpSpPr>
        <p:grpSpPr>
          <a:xfrm>
            <a:off x="4754850" y="887475"/>
            <a:ext cx="3763400" cy="3725700"/>
            <a:chOff x="4754850" y="887475"/>
            <a:chExt cx="3763400" cy="3725700"/>
          </a:xfrm>
        </p:grpSpPr>
        <p:sp>
          <p:nvSpPr>
            <p:cNvPr id="634" name="Google Shape;634;p34"/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5" name="Google Shape;635;p34"/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636" name="Google Shape;636;p34"/>
              <p:cNvSpPr/>
              <p:nvPr/>
            </p:nvSpPr>
            <p:spPr>
              <a:xfrm>
                <a:off x="4754850" y="887475"/>
                <a:ext cx="3673800" cy="36162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637" name="Google Shape;637;p34"/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638" name="Google Shape;638;p34"/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639" name="Google Shape;639;p34"/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640" name="Google Shape;640;p34"/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641" name="Google Shape;641;p34"/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42" name="Google Shape;642;p34"/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643" name="Google Shape;643;p34"/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id="644" name="Google Shape;64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79675">
            <a:off x="6379760" y="2148860"/>
            <a:ext cx="1123550" cy="16832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5" name="Google Shape;645;p34"/>
          <p:cNvCxnSpPr/>
          <p:nvPr/>
        </p:nvCxnSpPr>
        <p:spPr>
          <a:xfrm rot="10800000">
            <a:off x="6090725" y="1854100"/>
            <a:ext cx="132300" cy="345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34"/>
          <p:cNvCxnSpPr/>
          <p:nvPr/>
        </p:nvCxnSpPr>
        <p:spPr>
          <a:xfrm flipH="1">
            <a:off x="5836825" y="2301350"/>
            <a:ext cx="325200" cy="20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34"/>
          <p:cNvCxnSpPr/>
          <p:nvPr/>
        </p:nvCxnSpPr>
        <p:spPr>
          <a:xfrm flipH="1" rot="10800000">
            <a:off x="6324675" y="2077800"/>
            <a:ext cx="183000" cy="15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34"/>
          <p:cNvCxnSpPr/>
          <p:nvPr/>
        </p:nvCxnSpPr>
        <p:spPr>
          <a:xfrm rot="10800000">
            <a:off x="6040050" y="2179250"/>
            <a:ext cx="91500" cy="40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34"/>
          <p:cNvCxnSpPr/>
          <p:nvPr/>
        </p:nvCxnSpPr>
        <p:spPr>
          <a:xfrm flipH="1" rot="10800000">
            <a:off x="6284025" y="1955650"/>
            <a:ext cx="91500" cy="20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5"/>
          <p:cNvSpPr txBox="1"/>
          <p:nvPr>
            <p:ph type="title"/>
          </p:nvPr>
        </p:nvSpPr>
        <p:spPr>
          <a:xfrm>
            <a:off x="714325" y="731400"/>
            <a:ext cx="4502400" cy="18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mousePressed()</a:t>
            </a:r>
            <a:endParaRPr/>
          </a:p>
        </p:txBody>
      </p:sp>
      <p:sp>
        <p:nvSpPr>
          <p:cNvPr id="655" name="Google Shape;655;p35"/>
          <p:cNvSpPr txBox="1"/>
          <p:nvPr>
            <p:ph idx="1" type="subTitle"/>
          </p:nvPr>
        </p:nvSpPr>
        <p:spPr>
          <a:xfrm>
            <a:off x="714325" y="1518650"/>
            <a:ext cx="36747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Runs whenever the mouse is pressed</a:t>
            </a:r>
            <a:endParaRPr sz="1600"/>
          </a:p>
        </p:txBody>
      </p:sp>
      <p:pic>
        <p:nvPicPr>
          <p:cNvPr id="656" name="Google Shape;65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450" y="2219875"/>
            <a:ext cx="2852275" cy="172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35"/>
          <p:cNvSpPr txBox="1"/>
          <p:nvPr>
            <p:ph idx="1" type="subTitle"/>
          </p:nvPr>
        </p:nvSpPr>
        <p:spPr>
          <a:xfrm>
            <a:off x="3947050" y="2921325"/>
            <a:ext cx="1432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time the mouse is pressed, program will print “Hi”</a:t>
            </a:r>
            <a:endParaRPr/>
          </a:p>
        </p:txBody>
      </p:sp>
      <p:cxnSp>
        <p:nvCxnSpPr>
          <p:cNvPr id="658" name="Google Shape;658;p35"/>
          <p:cNvCxnSpPr/>
          <p:nvPr/>
        </p:nvCxnSpPr>
        <p:spPr>
          <a:xfrm rot="10800000">
            <a:off x="3087250" y="3485425"/>
            <a:ext cx="859800" cy="0"/>
          </a:xfrm>
          <a:prstGeom prst="straightConnector1">
            <a:avLst/>
          </a:prstGeom>
          <a:noFill/>
          <a:ln cap="flat" cmpd="sng" w="28575">
            <a:solidFill>
              <a:srgbClr val="00C3B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9" name="Google Shape;659;p35"/>
          <p:cNvSpPr/>
          <p:nvPr/>
        </p:nvSpPr>
        <p:spPr>
          <a:xfrm>
            <a:off x="5576725" y="1747325"/>
            <a:ext cx="2852400" cy="2195700"/>
          </a:xfrm>
          <a:prstGeom prst="rect">
            <a:avLst/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60" name="Google Shape;660;p35"/>
          <p:cNvSpPr txBox="1"/>
          <p:nvPr>
            <p:ph idx="1" type="subTitle"/>
          </p:nvPr>
        </p:nvSpPr>
        <p:spPr>
          <a:xfrm>
            <a:off x="6098725" y="1823525"/>
            <a:ext cx="1808400" cy="4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783F04"/>
                </a:solidFill>
              </a:rPr>
              <a:t>IMPORTANT!</a:t>
            </a:r>
            <a:endParaRPr b="1" sz="2000">
              <a:solidFill>
                <a:srgbClr val="783F04"/>
              </a:solidFill>
            </a:endParaRPr>
          </a:p>
        </p:txBody>
      </p:sp>
      <p:sp>
        <p:nvSpPr>
          <p:cNvPr id="661" name="Google Shape;661;p35"/>
          <p:cNvSpPr txBox="1"/>
          <p:nvPr>
            <p:ph idx="1" type="subTitle"/>
          </p:nvPr>
        </p:nvSpPr>
        <p:spPr>
          <a:xfrm>
            <a:off x="5745275" y="2260550"/>
            <a:ext cx="2520900" cy="18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Notice </a:t>
            </a:r>
            <a:r>
              <a:rPr b="1" lang="en" sz="1600">
                <a:solidFill>
                  <a:srgbClr val="325D79"/>
                </a:solidFill>
              </a:rPr>
              <a:t>draw()</a:t>
            </a:r>
            <a:r>
              <a:rPr lang="en" sz="1600"/>
              <a:t>?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mouse/key </a:t>
            </a:r>
            <a:r>
              <a:rPr lang="en" sz="1600"/>
              <a:t>functions</a:t>
            </a:r>
            <a:r>
              <a:rPr lang="en" sz="1600"/>
              <a:t>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highlight>
                  <a:srgbClr val="FFD966"/>
                </a:highlight>
              </a:rPr>
              <a:t>CAN’T RUN WITHOUT IT</a:t>
            </a:r>
            <a:endParaRPr b="1" sz="1600">
              <a:highlight>
                <a:srgbClr val="FFD966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Without it program only runs 1 time (only checks for input once)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6"/>
          <p:cNvSpPr txBox="1"/>
          <p:nvPr>
            <p:ph type="title"/>
          </p:nvPr>
        </p:nvSpPr>
        <p:spPr>
          <a:xfrm>
            <a:off x="714325" y="731400"/>
            <a:ext cx="71928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draw() is very important!!!</a:t>
            </a:r>
            <a:endParaRPr/>
          </a:p>
        </p:txBody>
      </p:sp>
      <p:sp>
        <p:nvSpPr>
          <p:cNvPr id="667" name="Google Shape;667;p36"/>
          <p:cNvSpPr txBox="1"/>
          <p:nvPr>
            <p:ph idx="1" type="subTitle"/>
          </p:nvPr>
        </p:nvSpPr>
        <p:spPr>
          <a:xfrm>
            <a:off x="1171525" y="1594850"/>
            <a:ext cx="36747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With draw:</a:t>
            </a:r>
            <a:endParaRPr b="1" sz="1600"/>
          </a:p>
        </p:txBody>
      </p:sp>
      <p:pic>
        <p:nvPicPr>
          <p:cNvPr id="668" name="Google Shape;66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7650" y="2024388"/>
            <a:ext cx="2058275" cy="1247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6"/>
          <p:cNvSpPr txBox="1"/>
          <p:nvPr>
            <p:ph type="title"/>
          </p:nvPr>
        </p:nvSpPr>
        <p:spPr>
          <a:xfrm>
            <a:off x="4069200" y="2408100"/>
            <a:ext cx="10056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</a:t>
            </a:r>
            <a:endParaRPr/>
          </a:p>
        </p:txBody>
      </p:sp>
      <p:pic>
        <p:nvPicPr>
          <p:cNvPr id="670" name="Google Shape;67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7650" y="3271500"/>
            <a:ext cx="2058275" cy="817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7580" y="2024400"/>
            <a:ext cx="2058275" cy="1236950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36"/>
          <p:cNvSpPr txBox="1"/>
          <p:nvPr>
            <p:ph idx="1" type="subTitle"/>
          </p:nvPr>
        </p:nvSpPr>
        <p:spPr>
          <a:xfrm>
            <a:off x="5610890" y="1594850"/>
            <a:ext cx="36747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Without draw:</a:t>
            </a:r>
            <a:endParaRPr b="1" sz="1600"/>
          </a:p>
        </p:txBody>
      </p:sp>
      <p:pic>
        <p:nvPicPr>
          <p:cNvPr id="673" name="Google Shape;673;p36"/>
          <p:cNvPicPr preferRelativeResize="0"/>
          <p:nvPr/>
        </p:nvPicPr>
        <p:blipFill rotWithShape="1">
          <a:blip r:embed="rId6">
            <a:alphaModFix/>
          </a:blip>
          <a:srcRect b="0" l="0" r="4498" t="0"/>
          <a:stretch/>
        </p:blipFill>
        <p:spPr>
          <a:xfrm>
            <a:off x="5717575" y="3271500"/>
            <a:ext cx="2058275" cy="817475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36"/>
          <p:cNvSpPr txBox="1"/>
          <p:nvPr>
            <p:ph idx="1" type="subTitle"/>
          </p:nvPr>
        </p:nvSpPr>
        <p:spPr>
          <a:xfrm>
            <a:off x="5610897" y="4127400"/>
            <a:ext cx="2584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Doesn’t print anything :(</a:t>
            </a:r>
            <a:endParaRPr/>
          </a:p>
        </p:txBody>
      </p:sp>
      <p:sp>
        <p:nvSpPr>
          <p:cNvPr id="675" name="Google Shape;675;p36"/>
          <p:cNvSpPr txBox="1"/>
          <p:nvPr>
            <p:ph idx="1" type="subTitle"/>
          </p:nvPr>
        </p:nvSpPr>
        <p:spPr>
          <a:xfrm>
            <a:off x="1171522" y="4088975"/>
            <a:ext cx="25842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Pressing mouse x5 -&gt; x5 “Hi”s!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7"/>
          <p:cNvSpPr txBox="1"/>
          <p:nvPr>
            <p:ph type="title"/>
          </p:nvPr>
        </p:nvSpPr>
        <p:spPr>
          <a:xfrm>
            <a:off x="714325" y="731400"/>
            <a:ext cx="45024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mouseClicked()</a:t>
            </a:r>
            <a:endParaRPr/>
          </a:p>
        </p:txBody>
      </p:sp>
      <p:sp>
        <p:nvSpPr>
          <p:cNvPr id="681" name="Google Shape;681;p37"/>
          <p:cNvSpPr txBox="1"/>
          <p:nvPr>
            <p:ph idx="1" type="subTitle"/>
          </p:nvPr>
        </p:nvSpPr>
        <p:spPr>
          <a:xfrm>
            <a:off x="714325" y="1518650"/>
            <a:ext cx="36747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Runs </a:t>
            </a:r>
            <a:r>
              <a:rPr b="1" i="1" lang="en" sz="1600">
                <a:highlight>
                  <a:srgbClr val="FFD966"/>
                </a:highlight>
              </a:rPr>
              <a:t>after</a:t>
            </a:r>
            <a:r>
              <a:rPr b="1" lang="en" sz="1600"/>
              <a:t> </a:t>
            </a:r>
            <a:r>
              <a:rPr lang="en" sz="1600"/>
              <a:t>mouse is </a:t>
            </a:r>
            <a:r>
              <a:rPr b="1" lang="en" sz="1600">
                <a:solidFill>
                  <a:srgbClr val="00C3B1"/>
                </a:solidFill>
              </a:rPr>
              <a:t>PRESSED </a:t>
            </a:r>
            <a:r>
              <a:rPr lang="en" sz="1600"/>
              <a:t>and </a:t>
            </a:r>
            <a:r>
              <a:rPr b="1" lang="en" sz="1600">
                <a:solidFill>
                  <a:srgbClr val="00C3B1"/>
                </a:solidFill>
              </a:rPr>
              <a:t>RELEASED</a:t>
            </a:r>
            <a:endParaRPr sz="1600"/>
          </a:p>
        </p:txBody>
      </p:sp>
      <p:pic>
        <p:nvPicPr>
          <p:cNvPr id="682" name="Google Shape;68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570" y="2184350"/>
            <a:ext cx="2977720" cy="184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37"/>
          <p:cNvSpPr txBox="1"/>
          <p:nvPr>
            <p:ph idx="1" type="subTitle"/>
          </p:nvPr>
        </p:nvSpPr>
        <p:spPr>
          <a:xfrm>
            <a:off x="5136050" y="1655525"/>
            <a:ext cx="36747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Press mouse with </a:t>
            </a:r>
            <a:r>
              <a:rPr b="1" lang="en" sz="1600">
                <a:solidFill>
                  <a:srgbClr val="00C3B1"/>
                </a:solidFill>
              </a:rPr>
              <a:t>no release</a:t>
            </a:r>
            <a:r>
              <a:rPr lang="en" sz="1600"/>
              <a:t>:</a:t>
            </a:r>
            <a:endParaRPr sz="1600"/>
          </a:p>
        </p:txBody>
      </p:sp>
      <p:pic>
        <p:nvPicPr>
          <p:cNvPr id="684" name="Google Shape;684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6728" y="2073500"/>
            <a:ext cx="1859400" cy="430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5" name="Google Shape;685;p37"/>
          <p:cNvCxnSpPr/>
          <p:nvPr/>
        </p:nvCxnSpPr>
        <p:spPr>
          <a:xfrm>
            <a:off x="5013400" y="1051075"/>
            <a:ext cx="0" cy="334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6" name="Google Shape;686;p37"/>
          <p:cNvSpPr txBox="1"/>
          <p:nvPr>
            <p:ph idx="1" type="subTitle"/>
          </p:nvPr>
        </p:nvSpPr>
        <p:spPr>
          <a:xfrm>
            <a:off x="5136050" y="2756775"/>
            <a:ext cx="36747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Press mouse and </a:t>
            </a:r>
            <a:r>
              <a:rPr b="1" lang="en" sz="1600">
                <a:solidFill>
                  <a:srgbClr val="00C3B1"/>
                </a:solidFill>
              </a:rPr>
              <a:t>then release</a:t>
            </a:r>
            <a:r>
              <a:rPr lang="en" sz="1600"/>
              <a:t>:</a:t>
            </a:r>
            <a:endParaRPr sz="1600"/>
          </a:p>
        </p:txBody>
      </p:sp>
      <p:pic>
        <p:nvPicPr>
          <p:cNvPr id="687" name="Google Shape;687;p37"/>
          <p:cNvPicPr preferRelativeResize="0"/>
          <p:nvPr/>
        </p:nvPicPr>
        <p:blipFill rotWithShape="1">
          <a:blip r:embed="rId5">
            <a:alphaModFix/>
          </a:blip>
          <a:srcRect b="20143" l="0" r="0" t="20137"/>
          <a:stretch/>
        </p:blipFill>
        <p:spPr>
          <a:xfrm>
            <a:off x="5216725" y="3172530"/>
            <a:ext cx="1859400" cy="43007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37"/>
          <p:cNvSpPr txBox="1"/>
          <p:nvPr>
            <p:ph idx="1" type="subTitle"/>
          </p:nvPr>
        </p:nvSpPr>
        <p:spPr>
          <a:xfrm>
            <a:off x="714325" y="4074970"/>
            <a:ext cx="36747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NOTE: </a:t>
            </a:r>
            <a:r>
              <a:rPr lang="en"/>
              <a:t>only counts if mouse is pressed and released in the </a:t>
            </a:r>
            <a:r>
              <a:rPr b="1" lang="en">
                <a:highlight>
                  <a:srgbClr val="FFD966"/>
                </a:highlight>
              </a:rPr>
              <a:t>same </a:t>
            </a:r>
            <a:r>
              <a:rPr b="1" lang="en">
                <a:highlight>
                  <a:srgbClr val="FFD966"/>
                </a:highlight>
              </a:rPr>
              <a:t>place</a:t>
            </a:r>
            <a:endParaRPr b="1">
              <a:highlight>
                <a:srgbClr val="FFD966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8"/>
          <p:cNvSpPr txBox="1"/>
          <p:nvPr>
            <p:ph type="title"/>
          </p:nvPr>
        </p:nvSpPr>
        <p:spPr>
          <a:xfrm>
            <a:off x="831600" y="1330825"/>
            <a:ext cx="74808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mouseClicked() vs mousePressed()</a:t>
            </a:r>
            <a:endParaRPr sz="3000"/>
          </a:p>
        </p:txBody>
      </p:sp>
      <p:sp>
        <p:nvSpPr>
          <p:cNvPr id="694" name="Google Shape;694;p38"/>
          <p:cNvSpPr/>
          <p:nvPr/>
        </p:nvSpPr>
        <p:spPr>
          <a:xfrm>
            <a:off x="1863000" y="2246100"/>
            <a:ext cx="2709000" cy="1565700"/>
          </a:xfrm>
          <a:prstGeom prst="rect">
            <a:avLst/>
          </a:prstGeom>
          <a:solidFill>
            <a:srgbClr val="FCE5CD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CE5CD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95" name="Google Shape;695;p38"/>
          <p:cNvSpPr/>
          <p:nvPr/>
        </p:nvSpPr>
        <p:spPr>
          <a:xfrm>
            <a:off x="4571975" y="2246100"/>
            <a:ext cx="2709000" cy="1565700"/>
          </a:xfrm>
          <a:prstGeom prst="rect">
            <a:avLst/>
          </a:prstGeom>
          <a:solidFill>
            <a:srgbClr val="EAD1DC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AD1DC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96" name="Google Shape;696;p38"/>
          <p:cNvSpPr txBox="1"/>
          <p:nvPr>
            <p:ph idx="1" type="subTitle"/>
          </p:nvPr>
        </p:nvSpPr>
        <p:spPr>
          <a:xfrm>
            <a:off x="2145220" y="2369195"/>
            <a:ext cx="2060700" cy="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mousePressed()</a:t>
            </a:r>
            <a:endParaRPr b="1" sz="1800"/>
          </a:p>
        </p:txBody>
      </p:sp>
      <p:sp>
        <p:nvSpPr>
          <p:cNvPr id="697" name="Google Shape;697;p38"/>
          <p:cNvSpPr txBox="1"/>
          <p:nvPr>
            <p:ph idx="1" type="subTitle"/>
          </p:nvPr>
        </p:nvSpPr>
        <p:spPr>
          <a:xfrm>
            <a:off x="4950725" y="2369195"/>
            <a:ext cx="1959300" cy="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mouseClicked()</a:t>
            </a:r>
            <a:endParaRPr b="1" sz="1800"/>
          </a:p>
        </p:txBody>
      </p:sp>
      <p:sp>
        <p:nvSpPr>
          <p:cNvPr id="698" name="Google Shape;698;p38"/>
          <p:cNvSpPr txBox="1"/>
          <p:nvPr>
            <p:ph idx="1" type="subTitle"/>
          </p:nvPr>
        </p:nvSpPr>
        <p:spPr>
          <a:xfrm>
            <a:off x="2192100" y="2736420"/>
            <a:ext cx="2203200" cy="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Runs when mouse is </a:t>
            </a:r>
            <a:r>
              <a:rPr b="1" lang="en" sz="1600">
                <a:highlight>
                  <a:srgbClr val="FFD966"/>
                </a:highlight>
              </a:rPr>
              <a:t>PRESSED</a:t>
            </a:r>
            <a:endParaRPr b="1" sz="1600">
              <a:highlight>
                <a:srgbClr val="FFD966"/>
              </a:highlight>
            </a:endParaRPr>
          </a:p>
        </p:txBody>
      </p:sp>
      <p:sp>
        <p:nvSpPr>
          <p:cNvPr id="699" name="Google Shape;699;p38"/>
          <p:cNvSpPr txBox="1"/>
          <p:nvPr>
            <p:ph idx="1" type="subTitle"/>
          </p:nvPr>
        </p:nvSpPr>
        <p:spPr>
          <a:xfrm>
            <a:off x="4971080" y="2736420"/>
            <a:ext cx="2203200" cy="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Runs after mouse is both </a:t>
            </a:r>
            <a:r>
              <a:rPr b="1" lang="en" sz="1600">
                <a:highlight>
                  <a:srgbClr val="FFD966"/>
                </a:highlight>
              </a:rPr>
              <a:t>PRESSED and RELEASED</a:t>
            </a:r>
            <a:endParaRPr b="1" sz="1600">
              <a:highlight>
                <a:srgbClr val="FFD966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9"/>
          <p:cNvSpPr txBox="1"/>
          <p:nvPr>
            <p:ph type="title"/>
          </p:nvPr>
        </p:nvSpPr>
        <p:spPr>
          <a:xfrm>
            <a:off x="714325" y="731400"/>
            <a:ext cx="45024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mouseReleased()</a:t>
            </a:r>
            <a:endParaRPr/>
          </a:p>
        </p:txBody>
      </p:sp>
      <p:sp>
        <p:nvSpPr>
          <p:cNvPr id="705" name="Google Shape;705;p39"/>
          <p:cNvSpPr txBox="1"/>
          <p:nvPr>
            <p:ph idx="1" type="subTitle"/>
          </p:nvPr>
        </p:nvSpPr>
        <p:spPr>
          <a:xfrm>
            <a:off x="714325" y="1518650"/>
            <a:ext cx="36747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Runs when the mouse is </a:t>
            </a:r>
            <a:r>
              <a:rPr b="1" lang="en" sz="1600">
                <a:solidFill>
                  <a:srgbClr val="00C3B1"/>
                </a:solidFill>
              </a:rPr>
              <a:t>RELEASED</a:t>
            </a:r>
            <a:endParaRPr b="1" sz="1600">
              <a:solidFill>
                <a:srgbClr val="00C3B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(woahh did not see that coming frfr)</a:t>
            </a:r>
            <a:endParaRPr b="1" sz="1000"/>
          </a:p>
        </p:txBody>
      </p:sp>
      <p:pic>
        <p:nvPicPr>
          <p:cNvPr id="706" name="Google Shape;70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300" y="2260550"/>
            <a:ext cx="3376875" cy="193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39"/>
          <p:cNvSpPr txBox="1"/>
          <p:nvPr>
            <p:ph idx="1" type="subTitle"/>
          </p:nvPr>
        </p:nvSpPr>
        <p:spPr>
          <a:xfrm>
            <a:off x="5136050" y="1655525"/>
            <a:ext cx="36747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C3B1"/>
                </a:solidFill>
              </a:rPr>
              <a:t>Press </a:t>
            </a:r>
            <a:r>
              <a:rPr lang="en" sz="1600"/>
              <a:t>mouse:</a:t>
            </a:r>
            <a:endParaRPr sz="1600"/>
          </a:p>
        </p:txBody>
      </p:sp>
      <p:pic>
        <p:nvPicPr>
          <p:cNvPr id="708" name="Google Shape;70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6728" y="2073500"/>
            <a:ext cx="1859400" cy="430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9" name="Google Shape;709;p39"/>
          <p:cNvCxnSpPr/>
          <p:nvPr/>
        </p:nvCxnSpPr>
        <p:spPr>
          <a:xfrm>
            <a:off x="5013400" y="1051075"/>
            <a:ext cx="0" cy="334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 txBox="1"/>
          <p:nvPr>
            <p:ph idx="1" type="subTitle"/>
          </p:nvPr>
        </p:nvSpPr>
        <p:spPr>
          <a:xfrm>
            <a:off x="5136050" y="2756775"/>
            <a:ext cx="36747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C3B1"/>
                </a:solidFill>
              </a:rPr>
              <a:t>Release </a:t>
            </a:r>
            <a:r>
              <a:rPr lang="en" sz="1600"/>
              <a:t>mouse</a:t>
            </a:r>
            <a:r>
              <a:rPr lang="en" sz="1600"/>
              <a:t>:</a:t>
            </a:r>
            <a:endParaRPr sz="1600"/>
          </a:p>
        </p:txBody>
      </p:sp>
      <p:pic>
        <p:nvPicPr>
          <p:cNvPr id="711" name="Google Shape;711;p39"/>
          <p:cNvPicPr preferRelativeResize="0"/>
          <p:nvPr/>
        </p:nvPicPr>
        <p:blipFill rotWithShape="1">
          <a:blip r:embed="rId5">
            <a:alphaModFix/>
          </a:blip>
          <a:srcRect b="20143" l="0" r="0" t="20137"/>
          <a:stretch/>
        </p:blipFill>
        <p:spPr>
          <a:xfrm>
            <a:off x="5216725" y="3172530"/>
            <a:ext cx="1859400" cy="43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0"/>
          <p:cNvSpPr txBox="1"/>
          <p:nvPr>
            <p:ph type="title"/>
          </p:nvPr>
        </p:nvSpPr>
        <p:spPr>
          <a:xfrm>
            <a:off x="714325" y="731400"/>
            <a:ext cx="45024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mouseX &amp; mouseY</a:t>
            </a:r>
            <a:endParaRPr/>
          </a:p>
        </p:txBody>
      </p:sp>
      <p:sp>
        <p:nvSpPr>
          <p:cNvPr id="717" name="Google Shape;717;p40"/>
          <p:cNvSpPr txBox="1"/>
          <p:nvPr>
            <p:ph idx="1" type="subTitle"/>
          </p:nvPr>
        </p:nvSpPr>
        <p:spPr>
          <a:xfrm>
            <a:off x="714325" y="1518650"/>
            <a:ext cx="3674700" cy="30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These are Processing's built-in to tell you where the user's mouse is on your output screen!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C3B1"/>
                </a:solidFill>
              </a:rPr>
              <a:t>mouseX</a:t>
            </a:r>
            <a:r>
              <a:rPr lang="en" sz="1600"/>
              <a:t>: </a:t>
            </a:r>
            <a:r>
              <a:rPr b="1" lang="en" sz="1600">
                <a:highlight>
                  <a:srgbClr val="FFD966"/>
                </a:highlight>
              </a:rPr>
              <a:t>x-coordinate</a:t>
            </a:r>
            <a:r>
              <a:rPr lang="en" sz="1600"/>
              <a:t> of mouse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27BA0"/>
                </a:solidFill>
              </a:rPr>
              <a:t>mouseY</a:t>
            </a:r>
            <a:r>
              <a:rPr lang="en" sz="1600"/>
              <a:t>: </a:t>
            </a:r>
            <a:r>
              <a:rPr b="1" lang="en" sz="1600">
                <a:highlight>
                  <a:srgbClr val="FFD966"/>
                </a:highlight>
              </a:rPr>
              <a:t>y-coordinate</a:t>
            </a:r>
            <a:r>
              <a:rPr lang="en" sz="1600"/>
              <a:t> of mouse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It's super useful for on-screen buttons and in general when you want something to happen </a:t>
            </a:r>
            <a:r>
              <a:rPr lang="en" sz="1600"/>
              <a:t>only i</a:t>
            </a:r>
            <a:r>
              <a:rPr lang="en" sz="1600"/>
              <a:t>f the user clicks on a </a:t>
            </a:r>
            <a:r>
              <a:rPr lang="en" sz="1600"/>
              <a:t>specific</a:t>
            </a:r>
            <a:r>
              <a:rPr lang="en" sz="1600"/>
              <a:t> region.</a:t>
            </a:r>
            <a:endParaRPr sz="1600"/>
          </a:p>
        </p:txBody>
      </p:sp>
      <p:pic>
        <p:nvPicPr>
          <p:cNvPr id="718" name="Google Shape;718;p40"/>
          <p:cNvPicPr preferRelativeResize="0"/>
          <p:nvPr/>
        </p:nvPicPr>
        <p:blipFill rotWithShape="1">
          <a:blip r:embed="rId3">
            <a:alphaModFix/>
          </a:blip>
          <a:srcRect b="25099" l="0" r="0" t="0"/>
          <a:stretch/>
        </p:blipFill>
        <p:spPr>
          <a:xfrm>
            <a:off x="6968888" y="2571750"/>
            <a:ext cx="1227725" cy="18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8600" y="1594850"/>
            <a:ext cx="3039500" cy="8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40"/>
          <p:cNvSpPr txBox="1"/>
          <p:nvPr/>
        </p:nvSpPr>
        <p:spPr>
          <a:xfrm>
            <a:off x="5428100" y="2975413"/>
            <a:ext cx="1547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Shows us the 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coordinates</a:t>
            </a:r>
            <a:r>
              <a:rPr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of the mouse on the canvas!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725;p41"/>
          <p:cNvGrpSpPr/>
          <p:nvPr/>
        </p:nvGrpSpPr>
        <p:grpSpPr>
          <a:xfrm>
            <a:off x="5022725" y="1426150"/>
            <a:ext cx="3657590" cy="348347"/>
            <a:chOff x="4572050" y="100025"/>
            <a:chExt cx="3657590" cy="348347"/>
          </a:xfrm>
        </p:grpSpPr>
        <p:sp>
          <p:nvSpPr>
            <p:cNvPr id="726" name="Google Shape;726;p41"/>
            <p:cNvSpPr/>
            <p:nvPr/>
          </p:nvSpPr>
          <p:spPr>
            <a:xfrm>
              <a:off x="4572050" y="100025"/>
              <a:ext cx="3657590" cy="348347"/>
            </a:xfrm>
            <a:custGeom>
              <a:rect b="b" l="l" r="r" t="t"/>
              <a:pathLst>
                <a:path extrusionOk="0" h="4488" w="46122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42" y="610"/>
                    <a:pt x="4805" y="0"/>
                    <a:pt x="71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41"/>
            <p:cNvSpPr/>
            <p:nvPr/>
          </p:nvSpPr>
          <p:spPr>
            <a:xfrm>
              <a:off x="4572050" y="100025"/>
              <a:ext cx="3657590" cy="348347"/>
            </a:xfrm>
            <a:custGeom>
              <a:rect b="b" l="l" r="r" t="t"/>
              <a:pathLst>
                <a:path extrusionOk="0" h="4488" w="46122">
                  <a:moveTo>
                    <a:pt x="7122" y="0"/>
                  </a:moveTo>
                  <a:lnTo>
                    <a:pt x="43975" y="0"/>
                  </a:lnTo>
                  <a:cubicBezTo>
                    <a:pt x="44512" y="0"/>
                    <a:pt x="45024" y="244"/>
                    <a:pt x="45365" y="659"/>
                  </a:cubicBezTo>
                  <a:cubicBezTo>
                    <a:pt x="46121" y="1585"/>
                    <a:pt x="46121" y="2902"/>
                    <a:pt x="45365" y="3829"/>
                  </a:cubicBezTo>
                  <a:cubicBezTo>
                    <a:pt x="45024" y="4244"/>
                    <a:pt x="44512" y="4488"/>
                    <a:pt x="43975" y="4488"/>
                  </a:cubicBezTo>
                  <a:lnTo>
                    <a:pt x="7122" y="4488"/>
                  </a:lnTo>
                  <a:cubicBezTo>
                    <a:pt x="4805" y="4488"/>
                    <a:pt x="3342" y="3878"/>
                    <a:pt x="2025" y="3317"/>
                  </a:cubicBezTo>
                  <a:cubicBezTo>
                    <a:pt x="1610" y="3146"/>
                    <a:pt x="1220" y="3000"/>
                    <a:pt x="830" y="2854"/>
                  </a:cubicBezTo>
                  <a:cubicBezTo>
                    <a:pt x="659" y="2805"/>
                    <a:pt x="488" y="2732"/>
                    <a:pt x="342" y="2634"/>
                  </a:cubicBezTo>
                  <a:cubicBezTo>
                    <a:pt x="1" y="2488"/>
                    <a:pt x="1" y="2000"/>
                    <a:pt x="342" y="1829"/>
                  </a:cubicBezTo>
                  <a:cubicBezTo>
                    <a:pt x="488" y="1756"/>
                    <a:pt x="659" y="1659"/>
                    <a:pt x="830" y="1610"/>
                  </a:cubicBezTo>
                  <a:cubicBezTo>
                    <a:pt x="1220" y="1488"/>
                    <a:pt x="1610" y="1317"/>
                    <a:pt x="2025" y="1146"/>
                  </a:cubicBezTo>
                  <a:cubicBezTo>
                    <a:pt x="3318" y="610"/>
                    <a:pt x="4805" y="0"/>
                    <a:pt x="7122" y="0"/>
                  </a:cubicBezTo>
                  <a:close/>
                  <a:moveTo>
                    <a:pt x="28317" y="2780"/>
                  </a:moveTo>
                  <a:lnTo>
                    <a:pt x="8464" y="2780"/>
                  </a:lnTo>
                  <a:cubicBezTo>
                    <a:pt x="8269" y="2780"/>
                    <a:pt x="8269" y="3073"/>
                    <a:pt x="8464" y="3073"/>
                  </a:cubicBezTo>
                  <a:lnTo>
                    <a:pt x="28317" y="3073"/>
                  </a:lnTo>
                  <a:cubicBezTo>
                    <a:pt x="28512" y="3073"/>
                    <a:pt x="28512" y="2780"/>
                    <a:pt x="28317" y="2780"/>
                  </a:cubicBezTo>
                  <a:close/>
                  <a:moveTo>
                    <a:pt x="6293" y="2780"/>
                  </a:moveTo>
                  <a:lnTo>
                    <a:pt x="6805" y="2780"/>
                  </a:lnTo>
                  <a:cubicBezTo>
                    <a:pt x="7000" y="2780"/>
                    <a:pt x="7000" y="3073"/>
                    <a:pt x="6805" y="3073"/>
                  </a:cubicBezTo>
                  <a:lnTo>
                    <a:pt x="6244" y="3073"/>
                  </a:lnTo>
                  <a:cubicBezTo>
                    <a:pt x="6171" y="3415"/>
                    <a:pt x="6098" y="3732"/>
                    <a:pt x="5952" y="4049"/>
                  </a:cubicBezTo>
                  <a:cubicBezTo>
                    <a:pt x="6342" y="4073"/>
                    <a:pt x="6732" y="4097"/>
                    <a:pt x="7122" y="4097"/>
                  </a:cubicBezTo>
                  <a:lnTo>
                    <a:pt x="38000" y="4097"/>
                  </a:lnTo>
                  <a:lnTo>
                    <a:pt x="38000" y="3073"/>
                  </a:lnTo>
                  <a:lnTo>
                    <a:pt x="29951" y="3073"/>
                  </a:lnTo>
                  <a:cubicBezTo>
                    <a:pt x="29756" y="3073"/>
                    <a:pt x="29756" y="2780"/>
                    <a:pt x="29951" y="2780"/>
                  </a:cubicBezTo>
                  <a:lnTo>
                    <a:pt x="38000" y="2780"/>
                  </a:lnTo>
                  <a:lnTo>
                    <a:pt x="38000" y="1561"/>
                  </a:lnTo>
                  <a:lnTo>
                    <a:pt x="37390" y="1561"/>
                  </a:lnTo>
                  <a:cubicBezTo>
                    <a:pt x="37317" y="1561"/>
                    <a:pt x="37244" y="1488"/>
                    <a:pt x="37244" y="1415"/>
                  </a:cubicBezTo>
                  <a:cubicBezTo>
                    <a:pt x="37244" y="1317"/>
                    <a:pt x="37317" y="1268"/>
                    <a:pt x="37390" y="1268"/>
                  </a:cubicBezTo>
                  <a:lnTo>
                    <a:pt x="38000" y="1268"/>
                  </a:lnTo>
                  <a:lnTo>
                    <a:pt x="38000" y="366"/>
                  </a:lnTo>
                  <a:lnTo>
                    <a:pt x="7122" y="366"/>
                  </a:lnTo>
                  <a:cubicBezTo>
                    <a:pt x="6732" y="366"/>
                    <a:pt x="6366" y="390"/>
                    <a:pt x="5976" y="415"/>
                  </a:cubicBezTo>
                  <a:cubicBezTo>
                    <a:pt x="6074" y="707"/>
                    <a:pt x="6171" y="976"/>
                    <a:pt x="6220" y="1268"/>
                  </a:cubicBezTo>
                  <a:lnTo>
                    <a:pt x="14244" y="1268"/>
                  </a:lnTo>
                  <a:cubicBezTo>
                    <a:pt x="14342" y="1268"/>
                    <a:pt x="14390" y="1317"/>
                    <a:pt x="14390" y="1415"/>
                  </a:cubicBezTo>
                  <a:cubicBezTo>
                    <a:pt x="14390" y="1488"/>
                    <a:pt x="14342" y="1561"/>
                    <a:pt x="14244" y="1561"/>
                  </a:cubicBezTo>
                  <a:lnTo>
                    <a:pt x="6269" y="1561"/>
                  </a:lnTo>
                  <a:cubicBezTo>
                    <a:pt x="6317" y="1951"/>
                    <a:pt x="6317" y="2366"/>
                    <a:pt x="6269" y="2780"/>
                  </a:cubicBezTo>
                  <a:close/>
                  <a:moveTo>
                    <a:pt x="38292" y="2927"/>
                  </a:moveTo>
                  <a:lnTo>
                    <a:pt x="38292" y="2927"/>
                  </a:lnTo>
                  <a:lnTo>
                    <a:pt x="38292" y="4097"/>
                  </a:lnTo>
                  <a:lnTo>
                    <a:pt x="40268" y="4097"/>
                  </a:lnTo>
                  <a:lnTo>
                    <a:pt x="40268" y="390"/>
                  </a:lnTo>
                  <a:lnTo>
                    <a:pt x="38317" y="390"/>
                  </a:lnTo>
                  <a:lnTo>
                    <a:pt x="38317" y="2927"/>
                  </a:lnTo>
                  <a:close/>
                  <a:moveTo>
                    <a:pt x="28951" y="3073"/>
                  </a:moveTo>
                  <a:lnTo>
                    <a:pt x="29244" y="3073"/>
                  </a:lnTo>
                  <a:cubicBezTo>
                    <a:pt x="29439" y="3073"/>
                    <a:pt x="29439" y="2780"/>
                    <a:pt x="29244" y="2780"/>
                  </a:cubicBezTo>
                  <a:lnTo>
                    <a:pt x="28951" y="2780"/>
                  </a:lnTo>
                  <a:cubicBezTo>
                    <a:pt x="28732" y="2780"/>
                    <a:pt x="28732" y="3073"/>
                    <a:pt x="28951" y="3073"/>
                  </a:cubicBezTo>
                  <a:close/>
                  <a:moveTo>
                    <a:pt x="15878" y="1561"/>
                  </a:moveTo>
                  <a:lnTo>
                    <a:pt x="35731" y="1561"/>
                  </a:lnTo>
                  <a:cubicBezTo>
                    <a:pt x="35829" y="1561"/>
                    <a:pt x="35878" y="1512"/>
                    <a:pt x="35878" y="1415"/>
                  </a:cubicBezTo>
                  <a:cubicBezTo>
                    <a:pt x="35878" y="1341"/>
                    <a:pt x="35829" y="1268"/>
                    <a:pt x="35731" y="1268"/>
                  </a:cubicBezTo>
                  <a:lnTo>
                    <a:pt x="15878" y="1268"/>
                  </a:lnTo>
                  <a:cubicBezTo>
                    <a:pt x="15805" y="1268"/>
                    <a:pt x="15732" y="1341"/>
                    <a:pt x="15732" y="1415"/>
                  </a:cubicBezTo>
                  <a:cubicBezTo>
                    <a:pt x="15732" y="1512"/>
                    <a:pt x="15805" y="1585"/>
                    <a:pt x="15878" y="1561"/>
                  </a:cubicBezTo>
                  <a:close/>
                  <a:moveTo>
                    <a:pt x="15244" y="1268"/>
                  </a:moveTo>
                  <a:lnTo>
                    <a:pt x="14951" y="1268"/>
                  </a:lnTo>
                  <a:cubicBezTo>
                    <a:pt x="14854" y="1268"/>
                    <a:pt x="14781" y="1341"/>
                    <a:pt x="14805" y="1415"/>
                  </a:cubicBezTo>
                  <a:cubicBezTo>
                    <a:pt x="14781" y="1512"/>
                    <a:pt x="14854" y="1561"/>
                    <a:pt x="14951" y="1561"/>
                  </a:cubicBezTo>
                  <a:lnTo>
                    <a:pt x="15244" y="1561"/>
                  </a:lnTo>
                  <a:cubicBezTo>
                    <a:pt x="15342" y="1561"/>
                    <a:pt x="15390" y="1512"/>
                    <a:pt x="15390" y="1415"/>
                  </a:cubicBezTo>
                  <a:cubicBezTo>
                    <a:pt x="15390" y="1341"/>
                    <a:pt x="15342" y="1268"/>
                    <a:pt x="15244" y="1268"/>
                  </a:cubicBezTo>
                  <a:close/>
                  <a:moveTo>
                    <a:pt x="5561" y="3976"/>
                  </a:moveTo>
                  <a:cubicBezTo>
                    <a:pt x="6025" y="2854"/>
                    <a:pt x="6025" y="1610"/>
                    <a:pt x="5561" y="488"/>
                  </a:cubicBezTo>
                  <a:cubicBezTo>
                    <a:pt x="4391" y="683"/>
                    <a:pt x="3244" y="1024"/>
                    <a:pt x="2171" y="1512"/>
                  </a:cubicBezTo>
                  <a:lnTo>
                    <a:pt x="1903" y="1634"/>
                  </a:lnTo>
                  <a:cubicBezTo>
                    <a:pt x="2147" y="2000"/>
                    <a:pt x="2147" y="2463"/>
                    <a:pt x="1903" y="2854"/>
                  </a:cubicBezTo>
                  <a:lnTo>
                    <a:pt x="2171" y="2951"/>
                  </a:lnTo>
                  <a:cubicBezTo>
                    <a:pt x="3244" y="3463"/>
                    <a:pt x="4366" y="3805"/>
                    <a:pt x="5537" y="4000"/>
                  </a:cubicBezTo>
                  <a:close/>
                  <a:moveTo>
                    <a:pt x="1513" y="2683"/>
                  </a:moveTo>
                  <a:cubicBezTo>
                    <a:pt x="1732" y="2415"/>
                    <a:pt x="1732" y="2049"/>
                    <a:pt x="1537" y="1756"/>
                  </a:cubicBezTo>
                  <a:cubicBezTo>
                    <a:pt x="1342" y="1854"/>
                    <a:pt x="1147" y="1902"/>
                    <a:pt x="976" y="1976"/>
                  </a:cubicBezTo>
                  <a:cubicBezTo>
                    <a:pt x="830" y="2024"/>
                    <a:pt x="683" y="2073"/>
                    <a:pt x="561" y="2146"/>
                  </a:cubicBezTo>
                  <a:cubicBezTo>
                    <a:pt x="513" y="2195"/>
                    <a:pt x="488" y="2219"/>
                    <a:pt x="488" y="2219"/>
                  </a:cubicBezTo>
                  <a:cubicBezTo>
                    <a:pt x="488" y="2219"/>
                    <a:pt x="513" y="2244"/>
                    <a:pt x="561" y="2293"/>
                  </a:cubicBezTo>
                  <a:cubicBezTo>
                    <a:pt x="683" y="2366"/>
                    <a:pt x="830" y="2415"/>
                    <a:pt x="976" y="2463"/>
                  </a:cubicBezTo>
                  <a:cubicBezTo>
                    <a:pt x="1147" y="2537"/>
                    <a:pt x="1342" y="2585"/>
                    <a:pt x="1513" y="2658"/>
                  </a:cubicBezTo>
                  <a:close/>
                  <a:moveTo>
                    <a:pt x="40561" y="4097"/>
                  </a:moveTo>
                  <a:lnTo>
                    <a:pt x="43975" y="4097"/>
                  </a:lnTo>
                  <a:cubicBezTo>
                    <a:pt x="44414" y="4097"/>
                    <a:pt x="44804" y="3902"/>
                    <a:pt x="45073" y="3561"/>
                  </a:cubicBezTo>
                  <a:cubicBezTo>
                    <a:pt x="45707" y="2805"/>
                    <a:pt x="45707" y="1707"/>
                    <a:pt x="45073" y="927"/>
                  </a:cubicBezTo>
                  <a:cubicBezTo>
                    <a:pt x="44804" y="610"/>
                    <a:pt x="44414" y="415"/>
                    <a:pt x="43975" y="390"/>
                  </a:cubicBezTo>
                  <a:lnTo>
                    <a:pt x="40561" y="3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1"/>
            <p:cNvSpPr/>
            <p:nvPr/>
          </p:nvSpPr>
          <p:spPr>
            <a:xfrm>
              <a:off x="4720981" y="137824"/>
              <a:ext cx="328867" cy="270807"/>
            </a:xfrm>
            <a:custGeom>
              <a:rect b="b" l="l" r="r" t="t"/>
              <a:pathLst>
                <a:path extrusionOk="0" h="3489" w="4147">
                  <a:moveTo>
                    <a:pt x="293" y="2464"/>
                  </a:moveTo>
                  <a:cubicBezTo>
                    <a:pt x="1366" y="2976"/>
                    <a:pt x="2488" y="3318"/>
                    <a:pt x="3659" y="3489"/>
                  </a:cubicBezTo>
                  <a:cubicBezTo>
                    <a:pt x="4147" y="2391"/>
                    <a:pt x="4147" y="1123"/>
                    <a:pt x="3659" y="1"/>
                  </a:cubicBezTo>
                  <a:cubicBezTo>
                    <a:pt x="2488" y="196"/>
                    <a:pt x="1342" y="537"/>
                    <a:pt x="269" y="1025"/>
                  </a:cubicBezTo>
                  <a:lnTo>
                    <a:pt x="1" y="1147"/>
                  </a:lnTo>
                  <a:cubicBezTo>
                    <a:pt x="244" y="1513"/>
                    <a:pt x="244" y="2001"/>
                    <a:pt x="1" y="236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1"/>
            <p:cNvSpPr/>
            <p:nvPr/>
          </p:nvSpPr>
          <p:spPr>
            <a:xfrm>
              <a:off x="4722884" y="287391"/>
              <a:ext cx="307614" cy="121239"/>
            </a:xfrm>
            <a:custGeom>
              <a:rect b="b" l="l" r="r" t="t"/>
              <a:pathLst>
                <a:path extrusionOk="0" h="1562" w="3879">
                  <a:moveTo>
                    <a:pt x="269" y="537"/>
                  </a:moveTo>
                  <a:cubicBezTo>
                    <a:pt x="1342" y="1049"/>
                    <a:pt x="2464" y="1391"/>
                    <a:pt x="3635" y="1562"/>
                  </a:cubicBezTo>
                  <a:cubicBezTo>
                    <a:pt x="3733" y="1318"/>
                    <a:pt x="3830" y="1074"/>
                    <a:pt x="3879" y="805"/>
                  </a:cubicBezTo>
                  <a:cubicBezTo>
                    <a:pt x="2855" y="708"/>
                    <a:pt x="1830" y="488"/>
                    <a:pt x="830" y="171"/>
                  </a:cubicBezTo>
                  <a:cubicBezTo>
                    <a:pt x="611" y="98"/>
                    <a:pt x="367" y="49"/>
                    <a:pt x="172" y="1"/>
                  </a:cubicBezTo>
                  <a:cubicBezTo>
                    <a:pt x="123" y="147"/>
                    <a:pt x="74" y="293"/>
                    <a:pt x="1" y="41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1"/>
            <p:cNvSpPr/>
            <p:nvPr/>
          </p:nvSpPr>
          <p:spPr>
            <a:xfrm>
              <a:off x="4610750" y="238182"/>
              <a:ext cx="98732" cy="70089"/>
            </a:xfrm>
            <a:custGeom>
              <a:rect b="b" l="l" r="r" t="t"/>
              <a:pathLst>
                <a:path extrusionOk="0" h="903" w="1245">
                  <a:moveTo>
                    <a:pt x="1025" y="903"/>
                  </a:moveTo>
                  <a:cubicBezTo>
                    <a:pt x="1244" y="635"/>
                    <a:pt x="1244" y="269"/>
                    <a:pt x="1049" y="0"/>
                  </a:cubicBezTo>
                  <a:cubicBezTo>
                    <a:pt x="854" y="74"/>
                    <a:pt x="659" y="147"/>
                    <a:pt x="488" y="196"/>
                  </a:cubicBezTo>
                  <a:cubicBezTo>
                    <a:pt x="342" y="244"/>
                    <a:pt x="195" y="293"/>
                    <a:pt x="73" y="391"/>
                  </a:cubicBezTo>
                  <a:cubicBezTo>
                    <a:pt x="25" y="415"/>
                    <a:pt x="0" y="439"/>
                    <a:pt x="0" y="439"/>
                  </a:cubicBezTo>
                  <a:cubicBezTo>
                    <a:pt x="0" y="464"/>
                    <a:pt x="25" y="488"/>
                    <a:pt x="73" y="513"/>
                  </a:cubicBezTo>
                  <a:cubicBezTo>
                    <a:pt x="195" y="586"/>
                    <a:pt x="342" y="659"/>
                    <a:pt x="488" y="683"/>
                  </a:cubicBezTo>
                  <a:cubicBezTo>
                    <a:pt x="659" y="757"/>
                    <a:pt x="854" y="830"/>
                    <a:pt x="1025" y="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1"/>
            <p:cNvSpPr/>
            <p:nvPr/>
          </p:nvSpPr>
          <p:spPr>
            <a:xfrm>
              <a:off x="4610750" y="272256"/>
              <a:ext cx="92943" cy="36015"/>
            </a:xfrm>
            <a:custGeom>
              <a:rect b="b" l="l" r="r" t="t"/>
              <a:pathLst>
                <a:path extrusionOk="0" h="464" w="1172">
                  <a:moveTo>
                    <a:pt x="1025" y="464"/>
                  </a:moveTo>
                  <a:cubicBezTo>
                    <a:pt x="1098" y="366"/>
                    <a:pt x="1147" y="244"/>
                    <a:pt x="1171" y="147"/>
                  </a:cubicBezTo>
                  <a:cubicBezTo>
                    <a:pt x="756" y="74"/>
                    <a:pt x="366" y="25"/>
                    <a:pt x="25" y="0"/>
                  </a:cubicBezTo>
                  <a:lnTo>
                    <a:pt x="0" y="25"/>
                  </a:lnTo>
                  <a:cubicBezTo>
                    <a:pt x="0" y="25"/>
                    <a:pt x="25" y="49"/>
                    <a:pt x="73" y="98"/>
                  </a:cubicBezTo>
                  <a:cubicBezTo>
                    <a:pt x="195" y="171"/>
                    <a:pt x="342" y="220"/>
                    <a:pt x="488" y="269"/>
                  </a:cubicBezTo>
                  <a:cubicBezTo>
                    <a:pt x="659" y="318"/>
                    <a:pt x="854" y="391"/>
                    <a:pt x="1025" y="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41"/>
            <p:cNvSpPr/>
            <p:nvPr/>
          </p:nvSpPr>
          <p:spPr>
            <a:xfrm>
              <a:off x="5043980" y="130295"/>
              <a:ext cx="2541566" cy="289669"/>
            </a:xfrm>
            <a:custGeom>
              <a:rect b="b" l="l" r="r" t="t"/>
              <a:pathLst>
                <a:path extrusionOk="0" h="3732" w="32049">
                  <a:moveTo>
                    <a:pt x="25" y="49"/>
                  </a:moveTo>
                  <a:cubicBezTo>
                    <a:pt x="123" y="317"/>
                    <a:pt x="220" y="610"/>
                    <a:pt x="269" y="878"/>
                  </a:cubicBezTo>
                  <a:lnTo>
                    <a:pt x="8293" y="878"/>
                  </a:lnTo>
                  <a:cubicBezTo>
                    <a:pt x="8391" y="878"/>
                    <a:pt x="8439" y="951"/>
                    <a:pt x="8439" y="1025"/>
                  </a:cubicBezTo>
                  <a:cubicBezTo>
                    <a:pt x="8439" y="1122"/>
                    <a:pt x="8391" y="1195"/>
                    <a:pt x="8293" y="1195"/>
                  </a:cubicBezTo>
                  <a:lnTo>
                    <a:pt x="318" y="1195"/>
                  </a:lnTo>
                  <a:cubicBezTo>
                    <a:pt x="366" y="1586"/>
                    <a:pt x="366" y="2000"/>
                    <a:pt x="318" y="2415"/>
                  </a:cubicBezTo>
                  <a:lnTo>
                    <a:pt x="830" y="2415"/>
                  </a:lnTo>
                  <a:cubicBezTo>
                    <a:pt x="1025" y="2415"/>
                    <a:pt x="1025" y="2708"/>
                    <a:pt x="830" y="2708"/>
                  </a:cubicBezTo>
                  <a:lnTo>
                    <a:pt x="293" y="2708"/>
                  </a:lnTo>
                  <a:cubicBezTo>
                    <a:pt x="220" y="3025"/>
                    <a:pt x="147" y="3366"/>
                    <a:pt x="1" y="3659"/>
                  </a:cubicBezTo>
                  <a:cubicBezTo>
                    <a:pt x="391" y="3707"/>
                    <a:pt x="781" y="3732"/>
                    <a:pt x="1171" y="3732"/>
                  </a:cubicBezTo>
                  <a:lnTo>
                    <a:pt x="32049" y="3732"/>
                  </a:lnTo>
                  <a:lnTo>
                    <a:pt x="32049" y="2708"/>
                  </a:lnTo>
                  <a:lnTo>
                    <a:pt x="24000" y="2708"/>
                  </a:lnTo>
                  <a:cubicBezTo>
                    <a:pt x="23805" y="2708"/>
                    <a:pt x="23805" y="2415"/>
                    <a:pt x="24000" y="2415"/>
                  </a:cubicBezTo>
                  <a:lnTo>
                    <a:pt x="32049" y="2415"/>
                  </a:lnTo>
                  <a:lnTo>
                    <a:pt x="32049" y="1195"/>
                  </a:lnTo>
                  <a:lnTo>
                    <a:pt x="31439" y="1195"/>
                  </a:lnTo>
                  <a:cubicBezTo>
                    <a:pt x="31366" y="1195"/>
                    <a:pt x="31293" y="1122"/>
                    <a:pt x="31293" y="1025"/>
                  </a:cubicBezTo>
                  <a:cubicBezTo>
                    <a:pt x="31293" y="951"/>
                    <a:pt x="31366" y="878"/>
                    <a:pt x="31439" y="878"/>
                  </a:cubicBezTo>
                  <a:lnTo>
                    <a:pt x="32049" y="878"/>
                  </a:lnTo>
                  <a:lnTo>
                    <a:pt x="32049" y="0"/>
                  </a:lnTo>
                  <a:lnTo>
                    <a:pt x="1171" y="0"/>
                  </a:lnTo>
                  <a:cubicBezTo>
                    <a:pt x="781" y="0"/>
                    <a:pt x="415" y="25"/>
                    <a:pt x="25" y="49"/>
                  </a:cubicBezTo>
                  <a:close/>
                  <a:moveTo>
                    <a:pt x="2513" y="2390"/>
                  </a:moveTo>
                  <a:lnTo>
                    <a:pt x="22366" y="2390"/>
                  </a:lnTo>
                  <a:cubicBezTo>
                    <a:pt x="22561" y="2390"/>
                    <a:pt x="22561" y="2683"/>
                    <a:pt x="22366" y="2683"/>
                  </a:cubicBezTo>
                  <a:lnTo>
                    <a:pt x="2513" y="2683"/>
                  </a:lnTo>
                  <a:cubicBezTo>
                    <a:pt x="2318" y="2683"/>
                    <a:pt x="2318" y="2390"/>
                    <a:pt x="2513" y="2390"/>
                  </a:cubicBezTo>
                  <a:close/>
                  <a:moveTo>
                    <a:pt x="23000" y="2683"/>
                  </a:moveTo>
                  <a:cubicBezTo>
                    <a:pt x="22805" y="2683"/>
                    <a:pt x="22805" y="2390"/>
                    <a:pt x="23000" y="2390"/>
                  </a:cubicBezTo>
                  <a:lnTo>
                    <a:pt x="23317" y="2390"/>
                  </a:lnTo>
                  <a:cubicBezTo>
                    <a:pt x="23512" y="2390"/>
                    <a:pt x="23512" y="2683"/>
                    <a:pt x="23317" y="2683"/>
                  </a:cubicBezTo>
                  <a:close/>
                  <a:moveTo>
                    <a:pt x="9000" y="1195"/>
                  </a:moveTo>
                  <a:cubicBezTo>
                    <a:pt x="8903" y="1195"/>
                    <a:pt x="8830" y="1122"/>
                    <a:pt x="8830" y="1049"/>
                  </a:cubicBezTo>
                  <a:cubicBezTo>
                    <a:pt x="8830" y="951"/>
                    <a:pt x="8903" y="878"/>
                    <a:pt x="9000" y="903"/>
                  </a:cubicBezTo>
                  <a:lnTo>
                    <a:pt x="9293" y="903"/>
                  </a:lnTo>
                  <a:cubicBezTo>
                    <a:pt x="9391" y="878"/>
                    <a:pt x="9439" y="951"/>
                    <a:pt x="9439" y="1049"/>
                  </a:cubicBezTo>
                  <a:cubicBezTo>
                    <a:pt x="9439" y="1122"/>
                    <a:pt x="9391" y="1195"/>
                    <a:pt x="9293" y="1195"/>
                  </a:cubicBezTo>
                  <a:close/>
                  <a:moveTo>
                    <a:pt x="9927" y="1195"/>
                  </a:moveTo>
                  <a:cubicBezTo>
                    <a:pt x="9854" y="1195"/>
                    <a:pt x="9781" y="1122"/>
                    <a:pt x="9781" y="1049"/>
                  </a:cubicBezTo>
                  <a:cubicBezTo>
                    <a:pt x="9781" y="951"/>
                    <a:pt x="9854" y="878"/>
                    <a:pt x="9927" y="903"/>
                  </a:cubicBezTo>
                  <a:lnTo>
                    <a:pt x="29780" y="903"/>
                  </a:lnTo>
                  <a:cubicBezTo>
                    <a:pt x="29878" y="878"/>
                    <a:pt x="29927" y="951"/>
                    <a:pt x="29927" y="1049"/>
                  </a:cubicBezTo>
                  <a:cubicBezTo>
                    <a:pt x="29927" y="1122"/>
                    <a:pt x="29878" y="1195"/>
                    <a:pt x="29780" y="119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1"/>
            <p:cNvSpPr/>
            <p:nvPr/>
          </p:nvSpPr>
          <p:spPr>
            <a:xfrm>
              <a:off x="5043980" y="353676"/>
              <a:ext cx="2541566" cy="64423"/>
            </a:xfrm>
            <a:custGeom>
              <a:rect b="b" l="l" r="r" t="t"/>
              <a:pathLst>
                <a:path extrusionOk="0" h="830" w="32049">
                  <a:moveTo>
                    <a:pt x="245" y="0"/>
                  </a:moveTo>
                  <a:cubicBezTo>
                    <a:pt x="196" y="244"/>
                    <a:pt x="123" y="512"/>
                    <a:pt x="1" y="756"/>
                  </a:cubicBezTo>
                  <a:cubicBezTo>
                    <a:pt x="391" y="805"/>
                    <a:pt x="781" y="829"/>
                    <a:pt x="1171" y="829"/>
                  </a:cubicBezTo>
                  <a:lnTo>
                    <a:pt x="32049" y="829"/>
                  </a:lnTo>
                  <a:lnTo>
                    <a:pt x="32049" y="98"/>
                  </a:lnTo>
                  <a:lnTo>
                    <a:pt x="4366" y="98"/>
                  </a:lnTo>
                  <a:cubicBezTo>
                    <a:pt x="2488" y="98"/>
                    <a:pt x="1220" y="73"/>
                    <a:pt x="245" y="0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1"/>
            <p:cNvSpPr/>
            <p:nvPr/>
          </p:nvSpPr>
          <p:spPr>
            <a:xfrm>
              <a:off x="7610613" y="130295"/>
              <a:ext cx="152895" cy="287806"/>
            </a:xfrm>
            <a:custGeom>
              <a:rect b="b" l="l" r="r" t="t"/>
              <a:pathLst>
                <a:path extrusionOk="0" h="3708" w="1928">
                  <a:moveTo>
                    <a:pt x="1" y="1025"/>
                  </a:moveTo>
                  <a:lnTo>
                    <a:pt x="1" y="2537"/>
                  </a:lnTo>
                  <a:lnTo>
                    <a:pt x="1" y="2537"/>
                  </a:lnTo>
                  <a:lnTo>
                    <a:pt x="1" y="2537"/>
                  </a:lnTo>
                  <a:lnTo>
                    <a:pt x="1" y="3707"/>
                  </a:lnTo>
                  <a:lnTo>
                    <a:pt x="1928" y="3707"/>
                  </a:lnTo>
                  <a:lnTo>
                    <a:pt x="192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1"/>
            <p:cNvSpPr/>
            <p:nvPr/>
          </p:nvSpPr>
          <p:spPr>
            <a:xfrm>
              <a:off x="7610613" y="361205"/>
              <a:ext cx="154798" cy="56894"/>
            </a:xfrm>
            <a:custGeom>
              <a:rect b="b" l="l" r="r" t="t"/>
              <a:pathLst>
                <a:path extrusionOk="0" h="733" w="1952">
                  <a:moveTo>
                    <a:pt x="1" y="1"/>
                  </a:moveTo>
                  <a:lnTo>
                    <a:pt x="1" y="732"/>
                  </a:lnTo>
                  <a:lnTo>
                    <a:pt x="1952" y="732"/>
                  </a:lnTo>
                  <a:lnTo>
                    <a:pt x="1952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1"/>
            <p:cNvSpPr/>
            <p:nvPr/>
          </p:nvSpPr>
          <p:spPr>
            <a:xfrm>
              <a:off x="7788568" y="130295"/>
              <a:ext cx="408170" cy="287806"/>
            </a:xfrm>
            <a:custGeom>
              <a:rect b="b" l="l" r="r" t="t"/>
              <a:pathLst>
                <a:path extrusionOk="0" h="3708" w="5147">
                  <a:moveTo>
                    <a:pt x="1" y="0"/>
                  </a:moveTo>
                  <a:lnTo>
                    <a:pt x="1" y="3707"/>
                  </a:lnTo>
                  <a:lnTo>
                    <a:pt x="3415" y="3707"/>
                  </a:lnTo>
                  <a:cubicBezTo>
                    <a:pt x="3854" y="3707"/>
                    <a:pt x="4244" y="3512"/>
                    <a:pt x="4513" y="3171"/>
                  </a:cubicBezTo>
                  <a:cubicBezTo>
                    <a:pt x="5147" y="2415"/>
                    <a:pt x="5147" y="1317"/>
                    <a:pt x="4513" y="537"/>
                  </a:cubicBezTo>
                  <a:cubicBezTo>
                    <a:pt x="4244" y="220"/>
                    <a:pt x="3854" y="25"/>
                    <a:pt x="34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1"/>
            <p:cNvSpPr/>
            <p:nvPr/>
          </p:nvSpPr>
          <p:spPr>
            <a:xfrm>
              <a:off x="7788568" y="224910"/>
              <a:ext cx="396592" cy="193190"/>
            </a:xfrm>
            <a:custGeom>
              <a:rect b="b" l="l" r="r" t="t"/>
              <a:pathLst>
                <a:path extrusionOk="0" h="2489" w="5001">
                  <a:moveTo>
                    <a:pt x="1" y="1757"/>
                  </a:moveTo>
                  <a:lnTo>
                    <a:pt x="1" y="2488"/>
                  </a:lnTo>
                  <a:lnTo>
                    <a:pt x="3415" y="2488"/>
                  </a:lnTo>
                  <a:cubicBezTo>
                    <a:pt x="3854" y="2488"/>
                    <a:pt x="4244" y="2293"/>
                    <a:pt x="4513" y="1952"/>
                  </a:cubicBezTo>
                  <a:cubicBezTo>
                    <a:pt x="4830" y="1586"/>
                    <a:pt x="5001" y="1123"/>
                    <a:pt x="4976" y="635"/>
                  </a:cubicBezTo>
                  <a:cubicBezTo>
                    <a:pt x="4976" y="415"/>
                    <a:pt x="4952" y="220"/>
                    <a:pt x="4879" y="1"/>
                  </a:cubicBezTo>
                  <a:cubicBezTo>
                    <a:pt x="4805" y="1464"/>
                    <a:pt x="2171" y="1708"/>
                    <a:pt x="1" y="175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8" name="Google Shape;738;p41"/>
          <p:cNvGrpSpPr/>
          <p:nvPr/>
        </p:nvGrpSpPr>
        <p:grpSpPr>
          <a:xfrm rot="-5400000">
            <a:off x="7699250" y="1584200"/>
            <a:ext cx="603495" cy="1371596"/>
            <a:chOff x="3724575" y="3497700"/>
            <a:chExt cx="603495" cy="1371596"/>
          </a:xfrm>
        </p:grpSpPr>
        <p:sp>
          <p:nvSpPr>
            <p:cNvPr id="739" name="Google Shape;739;p41"/>
            <p:cNvSpPr/>
            <p:nvPr/>
          </p:nvSpPr>
          <p:spPr>
            <a:xfrm>
              <a:off x="3724575" y="3497700"/>
              <a:ext cx="603495" cy="1371596"/>
            </a:xfrm>
            <a:custGeom>
              <a:rect b="b" l="l" r="r" t="t"/>
              <a:pathLst>
                <a:path extrusionOk="0" h="16415" w="7221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1"/>
            <p:cNvSpPr/>
            <p:nvPr/>
          </p:nvSpPr>
          <p:spPr>
            <a:xfrm>
              <a:off x="3757170" y="3848221"/>
              <a:ext cx="538223" cy="988485"/>
            </a:xfrm>
            <a:custGeom>
              <a:rect b="b" l="l" r="r" t="t"/>
              <a:pathLst>
                <a:path extrusionOk="0" h="11830" w="644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1"/>
            <p:cNvSpPr/>
            <p:nvPr/>
          </p:nvSpPr>
          <p:spPr>
            <a:xfrm>
              <a:off x="3816342" y="4047922"/>
              <a:ext cx="38779" cy="654255"/>
            </a:xfrm>
            <a:custGeom>
              <a:rect b="b" l="l" r="r" t="t"/>
              <a:pathLst>
                <a:path extrusionOk="0" h="7830" w="464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1"/>
            <p:cNvSpPr/>
            <p:nvPr/>
          </p:nvSpPr>
          <p:spPr>
            <a:xfrm>
              <a:off x="3724575" y="3497700"/>
              <a:ext cx="603495" cy="1371596"/>
            </a:xfrm>
            <a:custGeom>
              <a:rect b="b" l="l" r="r" t="t"/>
              <a:pathLst>
                <a:path extrusionOk="0" h="16415" w="7221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41"/>
            <p:cNvSpPr/>
            <p:nvPr/>
          </p:nvSpPr>
          <p:spPr>
            <a:xfrm>
              <a:off x="3871336" y="3530287"/>
              <a:ext cx="309980" cy="285349"/>
            </a:xfrm>
            <a:custGeom>
              <a:rect b="b" l="l" r="r" t="t"/>
              <a:pathLst>
                <a:path extrusionOk="0" h="3415" w="3709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41"/>
            <p:cNvSpPr/>
            <p:nvPr/>
          </p:nvSpPr>
          <p:spPr>
            <a:xfrm>
              <a:off x="3775557" y="3848221"/>
              <a:ext cx="519836" cy="988485"/>
            </a:xfrm>
            <a:custGeom>
              <a:rect b="b" l="l" r="r" t="t"/>
              <a:pathLst>
                <a:path extrusionOk="0" h="11830" w="622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5" name="Google Shape;745;p41"/>
          <p:cNvGrpSpPr/>
          <p:nvPr/>
        </p:nvGrpSpPr>
        <p:grpSpPr>
          <a:xfrm>
            <a:off x="715100" y="274199"/>
            <a:ext cx="1920300" cy="1918875"/>
            <a:chOff x="715100" y="274199"/>
            <a:chExt cx="1920300" cy="1918875"/>
          </a:xfrm>
        </p:grpSpPr>
        <p:sp>
          <p:nvSpPr>
            <p:cNvPr id="746" name="Google Shape;746;p41"/>
            <p:cNvSpPr/>
            <p:nvPr/>
          </p:nvSpPr>
          <p:spPr>
            <a:xfrm>
              <a:off x="806600" y="364274"/>
              <a:ext cx="1828800" cy="18288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7" name="Google Shape;747;p41"/>
            <p:cNvGrpSpPr/>
            <p:nvPr/>
          </p:nvGrpSpPr>
          <p:grpSpPr>
            <a:xfrm>
              <a:off x="715100" y="274199"/>
              <a:ext cx="1828800" cy="1828800"/>
              <a:chOff x="715100" y="274199"/>
              <a:chExt cx="1828800" cy="1828800"/>
            </a:xfrm>
          </p:grpSpPr>
          <p:sp>
            <p:nvSpPr>
              <p:cNvPr id="748" name="Google Shape;748;p41"/>
              <p:cNvSpPr/>
              <p:nvPr/>
            </p:nvSpPr>
            <p:spPr>
              <a:xfrm>
                <a:off x="715100" y="274199"/>
                <a:ext cx="1828800" cy="18288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49" name="Google Shape;749;p41"/>
              <p:cNvCxnSpPr/>
              <p:nvPr/>
            </p:nvCxnSpPr>
            <p:spPr>
              <a:xfrm>
                <a:off x="717952" y="637800"/>
                <a:ext cx="1823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50" name="Google Shape;750;p41"/>
              <p:cNvGrpSpPr/>
              <p:nvPr/>
            </p:nvGrpSpPr>
            <p:grpSpPr>
              <a:xfrm>
                <a:off x="2267950" y="363963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751" name="Google Shape;751;p41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52" name="Google Shape;752;p41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753" name="Google Shape;753;p41"/>
              <p:cNvSpPr/>
              <p:nvPr/>
            </p:nvSpPr>
            <p:spPr>
              <a:xfrm>
                <a:off x="1951450" y="367563"/>
                <a:ext cx="179400" cy="17940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54" name="Google Shape;754;p41"/>
              <p:cNvCxnSpPr/>
              <p:nvPr/>
            </p:nvCxnSpPr>
            <p:spPr>
              <a:xfrm>
                <a:off x="1605849" y="546963"/>
                <a:ext cx="2085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755" name="Google Shape;755;p41"/>
          <p:cNvSpPr txBox="1"/>
          <p:nvPr>
            <p:ph idx="2" type="title"/>
          </p:nvPr>
        </p:nvSpPr>
        <p:spPr>
          <a:xfrm>
            <a:off x="840950" y="679350"/>
            <a:ext cx="14748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56" name="Google Shape;756;p41"/>
          <p:cNvSpPr txBox="1"/>
          <p:nvPr>
            <p:ph type="title"/>
          </p:nvPr>
        </p:nvSpPr>
        <p:spPr>
          <a:xfrm>
            <a:off x="1828800" y="2114550"/>
            <a:ext cx="54864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Practice!</a:t>
            </a:r>
            <a:endParaRPr/>
          </a:p>
        </p:txBody>
      </p:sp>
      <p:grpSp>
        <p:nvGrpSpPr>
          <p:cNvPr id="757" name="Google Shape;757;p41"/>
          <p:cNvGrpSpPr/>
          <p:nvPr/>
        </p:nvGrpSpPr>
        <p:grpSpPr>
          <a:xfrm>
            <a:off x="1828840" y="3406196"/>
            <a:ext cx="5577850" cy="1463100"/>
            <a:chOff x="1828840" y="3371688"/>
            <a:chExt cx="5577850" cy="1463100"/>
          </a:xfrm>
        </p:grpSpPr>
        <p:sp>
          <p:nvSpPr>
            <p:cNvPr id="758" name="Google Shape;758;p41"/>
            <p:cNvSpPr/>
            <p:nvPr/>
          </p:nvSpPr>
          <p:spPr>
            <a:xfrm>
              <a:off x="1920290" y="3463188"/>
              <a:ext cx="5486400" cy="13716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1"/>
            <p:cNvSpPr/>
            <p:nvPr/>
          </p:nvSpPr>
          <p:spPr>
            <a:xfrm>
              <a:off x="1828840" y="3371688"/>
              <a:ext cx="5486400" cy="1371600"/>
            </a:xfrm>
            <a:prstGeom prst="roundRect">
              <a:avLst>
                <a:gd fmla="val 0" name="adj"/>
              </a:avLst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60" name="Google Shape;760;p41"/>
            <p:cNvCxnSpPr/>
            <p:nvPr/>
          </p:nvCxnSpPr>
          <p:spPr>
            <a:xfrm>
              <a:off x="1828840" y="3554706"/>
              <a:ext cx="5484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61" name="Google Shape;761;p41"/>
          <p:cNvSpPr txBox="1"/>
          <p:nvPr>
            <p:ph idx="1" type="subTitle"/>
          </p:nvPr>
        </p:nvSpPr>
        <p:spPr>
          <a:xfrm>
            <a:off x="2286000" y="3909141"/>
            <a:ext cx="45720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out your new mouse and keyboard input skills on a cute little snowman :)</a:t>
            </a:r>
            <a:endParaRPr/>
          </a:p>
        </p:txBody>
      </p:sp>
      <p:grpSp>
        <p:nvGrpSpPr>
          <p:cNvPr id="762" name="Google Shape;762;p41"/>
          <p:cNvGrpSpPr/>
          <p:nvPr/>
        </p:nvGrpSpPr>
        <p:grpSpPr>
          <a:xfrm>
            <a:off x="463651" y="4105603"/>
            <a:ext cx="502899" cy="502899"/>
            <a:chOff x="858700" y="1967475"/>
            <a:chExt cx="605100" cy="605100"/>
          </a:xfrm>
        </p:grpSpPr>
        <p:sp>
          <p:nvSpPr>
            <p:cNvPr id="763" name="Google Shape;763;p41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fmla="val 15109" name="adj"/>
              </a:avLst>
            </a:pr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1"/>
            <p:cNvSpPr/>
            <p:nvPr/>
          </p:nvSpPr>
          <p:spPr>
            <a:xfrm>
              <a:off x="932654" y="2075711"/>
              <a:ext cx="457191" cy="388627"/>
            </a:xfrm>
            <a:custGeom>
              <a:rect b="b" l="l" r="r" t="t"/>
              <a:pathLst>
                <a:path extrusionOk="0" h="9051" w="10659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5" name="Google Shape;765;p41"/>
          <p:cNvSpPr/>
          <p:nvPr/>
        </p:nvSpPr>
        <p:spPr>
          <a:xfrm>
            <a:off x="3828458" y="1721467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41"/>
          <p:cNvSpPr/>
          <p:nvPr/>
        </p:nvSpPr>
        <p:spPr>
          <a:xfrm>
            <a:off x="4292603" y="1570639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41"/>
          <p:cNvSpPr/>
          <p:nvPr/>
        </p:nvSpPr>
        <p:spPr>
          <a:xfrm>
            <a:off x="3042489" y="1417325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8" name="Google Shape;768;p41"/>
          <p:cNvGrpSpPr/>
          <p:nvPr/>
        </p:nvGrpSpPr>
        <p:grpSpPr>
          <a:xfrm>
            <a:off x="463700" y="3419800"/>
            <a:ext cx="502800" cy="502800"/>
            <a:chOff x="1627550" y="2017350"/>
            <a:chExt cx="502800" cy="502800"/>
          </a:xfrm>
        </p:grpSpPr>
        <p:sp>
          <p:nvSpPr>
            <p:cNvPr id="769" name="Google Shape;769;p41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41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fmla="val 25000" name="adj"/>
              </a:avLst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5" name="Google Shape;775;p42"/>
          <p:cNvGrpSpPr/>
          <p:nvPr/>
        </p:nvGrpSpPr>
        <p:grpSpPr>
          <a:xfrm>
            <a:off x="650425" y="1039716"/>
            <a:ext cx="3763400" cy="3350895"/>
            <a:chOff x="4754850" y="887475"/>
            <a:chExt cx="3763400" cy="3725700"/>
          </a:xfrm>
        </p:grpSpPr>
        <p:sp>
          <p:nvSpPr>
            <p:cNvPr id="776" name="Google Shape;776;p42"/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7" name="Google Shape;777;p42"/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778" name="Google Shape;778;p42"/>
              <p:cNvSpPr/>
              <p:nvPr/>
            </p:nvSpPr>
            <p:spPr>
              <a:xfrm>
                <a:off x="4754850" y="887475"/>
                <a:ext cx="3673800" cy="36162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79" name="Google Shape;779;p42"/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80" name="Google Shape;780;p42"/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781" name="Google Shape;781;p42"/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782" name="Google Shape;782;p42"/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783" name="Google Shape;783;p42"/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784" name="Google Shape;784;p42"/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785" name="Google Shape;785;p42"/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id="786" name="Google Shape;78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400" y="1544975"/>
            <a:ext cx="3353700" cy="208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7" name="Google Shape;787;p42"/>
          <p:cNvSpPr txBox="1"/>
          <p:nvPr/>
        </p:nvSpPr>
        <p:spPr>
          <a:xfrm>
            <a:off x="773700" y="3764750"/>
            <a:ext cx="343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4A86E8"/>
                </a:solidFill>
                <a:latin typeface="Rubik"/>
                <a:ea typeface="Rubik"/>
                <a:cs typeface="Rubik"/>
                <a:sym typeface="Rubik"/>
              </a:rPr>
              <a:t>tinyurl.com/snowmanmcpt2023</a:t>
            </a:r>
            <a:endParaRPr b="1" sz="1500" u="sng">
              <a:solidFill>
                <a:srgbClr val="4A86E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88" name="Google Shape;788;p42"/>
          <p:cNvSpPr txBox="1"/>
          <p:nvPr/>
        </p:nvSpPr>
        <p:spPr>
          <a:xfrm>
            <a:off x="4788600" y="1314463"/>
            <a:ext cx="3431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Problem 1</a:t>
            </a:r>
            <a:endParaRPr b="1" sz="2000" u="sng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Write some code that will move the snowman </a:t>
            </a:r>
            <a:r>
              <a:rPr b="1" lang="en" sz="1500">
                <a:solidFill>
                  <a:srgbClr val="089689"/>
                </a:solidFill>
                <a:latin typeface="Rubik"/>
                <a:ea typeface="Rubik"/>
                <a:cs typeface="Rubik"/>
                <a:sym typeface="Rubik"/>
              </a:rPr>
              <a:t>left</a:t>
            </a:r>
            <a:r>
              <a:rPr b="1"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or </a:t>
            </a:r>
            <a:r>
              <a:rPr b="1" lang="en" sz="1500">
                <a:solidFill>
                  <a:srgbClr val="BA0F0F"/>
                </a:solidFill>
                <a:latin typeface="Rubik"/>
                <a:ea typeface="Rubik"/>
                <a:cs typeface="Rubik"/>
                <a:sym typeface="Rubik"/>
              </a:rPr>
              <a:t>right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when the user presses the left and right </a:t>
            </a:r>
            <a:r>
              <a:rPr b="1"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arrow keys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 sz="15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Make sure you are using the </a:t>
            </a:r>
            <a:r>
              <a:rPr b="1" lang="en" sz="1500">
                <a:solidFill>
                  <a:srgbClr val="B45F06"/>
                </a:solidFill>
                <a:latin typeface="Rubik"/>
                <a:ea typeface="Rubik"/>
                <a:cs typeface="Rubik"/>
                <a:sym typeface="Rubik"/>
              </a:rPr>
              <a:t>integer variables x and y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because these are the variables that control the snowman's position.</a:t>
            </a:r>
            <a:endParaRPr sz="15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3" name="Google Shape;793;p43"/>
          <p:cNvGrpSpPr/>
          <p:nvPr/>
        </p:nvGrpSpPr>
        <p:grpSpPr>
          <a:xfrm>
            <a:off x="650425" y="1039716"/>
            <a:ext cx="3763400" cy="3350895"/>
            <a:chOff x="4754850" y="887475"/>
            <a:chExt cx="3763400" cy="3725700"/>
          </a:xfrm>
        </p:grpSpPr>
        <p:sp>
          <p:nvSpPr>
            <p:cNvPr id="794" name="Google Shape;794;p43"/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95" name="Google Shape;795;p43"/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796" name="Google Shape;796;p43"/>
              <p:cNvSpPr/>
              <p:nvPr/>
            </p:nvSpPr>
            <p:spPr>
              <a:xfrm>
                <a:off x="4754850" y="887475"/>
                <a:ext cx="3673800" cy="36162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97" name="Google Shape;797;p43"/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798" name="Google Shape;798;p43"/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799" name="Google Shape;799;p43"/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00" name="Google Shape;800;p43"/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801" name="Google Shape;801;p43"/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02" name="Google Shape;802;p43"/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803" name="Google Shape;803;p43"/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id="804" name="Google Shape;8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400" y="1544975"/>
            <a:ext cx="3353700" cy="208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5" name="Google Shape;805;p43"/>
          <p:cNvSpPr txBox="1"/>
          <p:nvPr/>
        </p:nvSpPr>
        <p:spPr>
          <a:xfrm>
            <a:off x="773700" y="3764750"/>
            <a:ext cx="343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4A86E8"/>
                </a:solidFill>
                <a:latin typeface="Rubik"/>
                <a:ea typeface="Rubik"/>
                <a:cs typeface="Rubik"/>
                <a:sym typeface="Rubik"/>
              </a:rPr>
              <a:t>tinyurl.com/snowmanmcpt2023</a:t>
            </a:r>
            <a:endParaRPr b="1" sz="1500" u="sng">
              <a:solidFill>
                <a:srgbClr val="4A86E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06" name="Google Shape;806;p43"/>
          <p:cNvSpPr txBox="1"/>
          <p:nvPr/>
        </p:nvSpPr>
        <p:spPr>
          <a:xfrm>
            <a:off x="4778825" y="1039725"/>
            <a:ext cx="34311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Problem 2</a:t>
            </a:r>
            <a:endParaRPr b="1" sz="2000" u="sng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Write some code that will change the snowman's top hat colour from </a:t>
            </a:r>
            <a:r>
              <a:rPr b="1" lang="en" sz="1500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grey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to </a:t>
            </a:r>
            <a:r>
              <a:rPr b="1" lang="en" sz="1500">
                <a:solidFill>
                  <a:srgbClr val="38761D"/>
                </a:solidFill>
                <a:latin typeface="Rubik"/>
                <a:ea typeface="Rubik"/>
                <a:cs typeface="Rubik"/>
                <a:sym typeface="Rubik"/>
              </a:rPr>
              <a:t>green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when the user </a:t>
            </a:r>
            <a:r>
              <a:rPr b="1"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clicks their mouse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. </a:t>
            </a:r>
            <a:endParaRPr sz="15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For this particular program, make sure you use the integer variables </a:t>
            </a:r>
            <a:r>
              <a:rPr b="1" lang="en" sz="1500">
                <a:solidFill>
                  <a:srgbClr val="CC0000"/>
                </a:solidFill>
                <a:latin typeface="Rubik"/>
                <a:ea typeface="Rubik"/>
                <a:cs typeface="Rubik"/>
                <a:sym typeface="Rubik"/>
              </a:rPr>
              <a:t>hatColourR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b="1" lang="en" sz="1500">
                <a:solidFill>
                  <a:srgbClr val="37A939"/>
                </a:solidFill>
                <a:latin typeface="Rubik"/>
                <a:ea typeface="Rubik"/>
                <a:cs typeface="Rubik"/>
                <a:sym typeface="Rubik"/>
              </a:rPr>
              <a:t>hatColourG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and </a:t>
            </a:r>
            <a:r>
              <a:rPr b="1" lang="en" sz="1500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hatColourB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(corresponding to RGB).</a:t>
            </a:r>
            <a:endParaRPr sz="15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07" name="Google Shape;807;p43"/>
          <p:cNvSpPr txBox="1"/>
          <p:nvPr/>
        </p:nvSpPr>
        <p:spPr>
          <a:xfrm>
            <a:off x="4778825" y="3882700"/>
            <a:ext cx="3431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(In other programs, you could normally just use a color variable. This program uses three integer variables instead of just one color variable because the hat has two shades.)</a:t>
            </a:r>
            <a:endParaRPr sz="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2" name="Google Shape;812;p44"/>
          <p:cNvGrpSpPr/>
          <p:nvPr/>
        </p:nvGrpSpPr>
        <p:grpSpPr>
          <a:xfrm>
            <a:off x="650425" y="1039716"/>
            <a:ext cx="3763400" cy="3350895"/>
            <a:chOff x="4754850" y="887475"/>
            <a:chExt cx="3763400" cy="3725700"/>
          </a:xfrm>
        </p:grpSpPr>
        <p:sp>
          <p:nvSpPr>
            <p:cNvPr id="813" name="Google Shape;813;p44"/>
            <p:cNvSpPr/>
            <p:nvPr/>
          </p:nvSpPr>
          <p:spPr>
            <a:xfrm>
              <a:off x="4844450" y="978975"/>
              <a:ext cx="3673800" cy="3634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4" name="Google Shape;814;p44"/>
            <p:cNvGrpSpPr/>
            <p:nvPr/>
          </p:nvGrpSpPr>
          <p:grpSpPr>
            <a:xfrm>
              <a:off x="4754850" y="887475"/>
              <a:ext cx="3674404" cy="3616200"/>
              <a:chOff x="4754850" y="887475"/>
              <a:chExt cx="3674404" cy="3616200"/>
            </a:xfrm>
          </p:grpSpPr>
          <p:sp>
            <p:nvSpPr>
              <p:cNvPr id="815" name="Google Shape;815;p44"/>
              <p:cNvSpPr/>
              <p:nvPr/>
            </p:nvSpPr>
            <p:spPr>
              <a:xfrm>
                <a:off x="4754850" y="887475"/>
                <a:ext cx="3673800" cy="3616200"/>
              </a:xfrm>
              <a:prstGeom prst="roundRect">
                <a:avLst>
                  <a:gd fmla="val 0" name="adj"/>
                </a:avLst>
              </a:prstGeom>
              <a:solidFill>
                <a:schemeClr val="lt1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16" name="Google Shape;816;p44"/>
              <p:cNvCxnSpPr/>
              <p:nvPr/>
            </p:nvCxnSpPr>
            <p:spPr>
              <a:xfrm>
                <a:off x="4755154" y="1253333"/>
                <a:ext cx="36741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817" name="Google Shape;817;p44"/>
              <p:cNvGrpSpPr/>
              <p:nvPr/>
            </p:nvGrpSpPr>
            <p:grpSpPr>
              <a:xfrm>
                <a:off x="7492324" y="978977"/>
                <a:ext cx="845101" cy="183000"/>
                <a:chOff x="1605849" y="363963"/>
                <a:chExt cx="845101" cy="183000"/>
              </a:xfrm>
            </p:grpSpPr>
            <p:sp>
              <p:nvSpPr>
                <p:cNvPr id="818" name="Google Shape;818;p44"/>
                <p:cNvSpPr/>
                <p:nvPr/>
              </p:nvSpPr>
              <p:spPr>
                <a:xfrm>
                  <a:off x="1951450" y="367563"/>
                  <a:ext cx="179400" cy="17940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19" name="Google Shape;819;p44"/>
                <p:cNvGrpSpPr/>
                <p:nvPr/>
              </p:nvGrpSpPr>
              <p:grpSpPr>
                <a:xfrm>
                  <a:off x="2267950" y="363963"/>
                  <a:ext cx="183000" cy="183000"/>
                  <a:chOff x="8225400" y="367488"/>
                  <a:chExt cx="183000" cy="183000"/>
                </a:xfrm>
              </p:grpSpPr>
              <p:cxnSp>
                <p:nvCxnSpPr>
                  <p:cNvPr id="820" name="Google Shape;820;p44"/>
                  <p:cNvCxnSpPr/>
                  <p:nvPr/>
                </p:nvCxnSpPr>
                <p:spPr>
                  <a:xfrm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821" name="Google Shape;821;p44"/>
                  <p:cNvCxnSpPr/>
                  <p:nvPr/>
                </p:nvCxnSpPr>
                <p:spPr>
                  <a:xfrm rot="5400000">
                    <a:off x="8225400" y="367488"/>
                    <a:ext cx="183000" cy="18300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cxnSp>
              <p:nvCxnSpPr>
                <p:cNvPr id="822" name="Google Shape;822;p44"/>
                <p:cNvCxnSpPr/>
                <p:nvPr/>
              </p:nvCxnSpPr>
              <p:spPr>
                <a:xfrm>
                  <a:off x="1605849" y="546963"/>
                  <a:ext cx="2085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</p:grpSp>
      <p:pic>
        <p:nvPicPr>
          <p:cNvPr id="823" name="Google Shape;82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400" y="1544975"/>
            <a:ext cx="3353700" cy="2082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4" name="Google Shape;824;p44"/>
          <p:cNvSpPr txBox="1"/>
          <p:nvPr/>
        </p:nvSpPr>
        <p:spPr>
          <a:xfrm>
            <a:off x="773700" y="3764750"/>
            <a:ext cx="343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4A86E8"/>
                </a:solidFill>
                <a:latin typeface="Rubik"/>
                <a:ea typeface="Rubik"/>
                <a:cs typeface="Rubik"/>
                <a:sym typeface="Rubik"/>
              </a:rPr>
              <a:t>tinyurl.com/snowmanmcpt2023</a:t>
            </a:r>
            <a:endParaRPr b="1" sz="1500" u="sng">
              <a:solidFill>
                <a:srgbClr val="4A86E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25" name="Google Shape;825;p44"/>
          <p:cNvSpPr txBox="1"/>
          <p:nvPr/>
        </p:nvSpPr>
        <p:spPr>
          <a:xfrm>
            <a:off x="4778825" y="1039725"/>
            <a:ext cx="3431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Challenge Problem!</a:t>
            </a:r>
            <a:endParaRPr b="1" sz="2000" u="sng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Create a </a:t>
            </a:r>
            <a:r>
              <a:rPr b="1" lang="en" sz="1500">
                <a:solidFill>
                  <a:srgbClr val="C27BA0"/>
                </a:solidFill>
                <a:latin typeface="Rubik"/>
                <a:ea typeface="Rubik"/>
                <a:cs typeface="Rubik"/>
                <a:sym typeface="Rubik"/>
              </a:rPr>
              <a:t>colour palette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on the side of the screen with </a:t>
            </a:r>
            <a:r>
              <a:rPr b="1"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5 colours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of your choice. Write some code so that if the user clicks on a certain colour and then the snowman's hat, the </a:t>
            </a:r>
            <a:r>
              <a:rPr b="1"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snowman's hat becomes the colour that the user clicked on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  <a:endParaRPr sz="15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Remember to use the 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integer variables </a:t>
            </a:r>
            <a:r>
              <a:rPr b="1" lang="en" sz="1500">
                <a:solidFill>
                  <a:srgbClr val="CC0000"/>
                </a:solidFill>
                <a:latin typeface="Rubik"/>
                <a:ea typeface="Rubik"/>
                <a:cs typeface="Rubik"/>
                <a:sym typeface="Rubik"/>
              </a:rPr>
              <a:t>hatColourR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b="1" lang="en" sz="1500">
                <a:solidFill>
                  <a:srgbClr val="37A939"/>
                </a:solidFill>
                <a:latin typeface="Rubik"/>
                <a:ea typeface="Rubik"/>
                <a:cs typeface="Rubik"/>
                <a:sym typeface="Rubik"/>
              </a:rPr>
              <a:t>hatColourG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, and </a:t>
            </a:r>
            <a:r>
              <a:rPr b="1" lang="en" sz="1500">
                <a:solidFill>
                  <a:srgbClr val="0000FF"/>
                </a:solidFill>
                <a:latin typeface="Rubik"/>
                <a:ea typeface="Rubik"/>
                <a:cs typeface="Rubik"/>
                <a:sym typeface="Rubik"/>
              </a:rPr>
              <a:t>hatColourB</a:t>
            </a:r>
            <a:r>
              <a:rPr lang="en" sz="15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for controlling the hat colour.</a:t>
            </a:r>
            <a:endParaRPr sz="15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5"/>
          <p:cNvSpPr txBox="1"/>
          <p:nvPr>
            <p:ph idx="1" type="subTitle"/>
          </p:nvPr>
        </p:nvSpPr>
        <p:spPr>
          <a:xfrm>
            <a:off x="1828800" y="1561217"/>
            <a:ext cx="5486400" cy="13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Rubik Black"/>
                <a:ea typeface="Rubik Black"/>
                <a:cs typeface="Rubik Black"/>
                <a:sym typeface="Rubik Black"/>
              </a:rPr>
              <a:t>Thank you so much for coming! </a:t>
            </a:r>
            <a:endParaRPr sz="4800"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831" name="Google Shape;831;p45"/>
          <p:cNvSpPr/>
          <p:nvPr/>
        </p:nvSpPr>
        <p:spPr>
          <a:xfrm rot="-2700000">
            <a:off x="6667953" y="3605009"/>
            <a:ext cx="365716" cy="365716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45"/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833" name="Google Shape;833;p45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fmla="val 15109" name="adj"/>
              </a:avLst>
            </a:pr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5"/>
            <p:cNvSpPr/>
            <p:nvPr/>
          </p:nvSpPr>
          <p:spPr>
            <a:xfrm>
              <a:off x="932654" y="2075711"/>
              <a:ext cx="457191" cy="388627"/>
            </a:xfrm>
            <a:custGeom>
              <a:rect b="b" l="l" r="r" t="t"/>
              <a:pathLst>
                <a:path extrusionOk="0" h="9051" w="10659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45"/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836" name="Google Shape;836;p45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45"/>
            <p:cNvSpPr/>
            <p:nvPr/>
          </p:nvSpPr>
          <p:spPr>
            <a:xfrm>
              <a:off x="7095012" y="2108734"/>
              <a:ext cx="341378" cy="320032"/>
            </a:xfrm>
            <a:custGeom>
              <a:rect b="b" l="l" r="r" t="t"/>
              <a:pathLst>
                <a:path extrusionOk="0" h="9925" w="10634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8" name="Google Shape;838;p45"/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839" name="Google Shape;839;p45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45"/>
            <p:cNvSpPr/>
            <p:nvPr/>
          </p:nvSpPr>
          <p:spPr>
            <a:xfrm>
              <a:off x="545925" y="2446300"/>
              <a:ext cx="338328" cy="225549"/>
            </a:xfrm>
            <a:custGeom>
              <a:rect b="b" l="l" r="r" t="t"/>
              <a:pathLst>
                <a:path extrusionOk="0" h="5806" w="8708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45"/>
            <p:cNvSpPr/>
            <p:nvPr/>
          </p:nvSpPr>
          <p:spPr>
            <a:xfrm>
              <a:off x="555887" y="2446307"/>
              <a:ext cx="318435" cy="106170"/>
            </a:xfrm>
            <a:custGeom>
              <a:rect b="b" l="l" r="r" t="t"/>
              <a:pathLst>
                <a:path extrusionOk="0" h="2733" w="8196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2" name="Google Shape;842;p45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843" name="Google Shape;843;p45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rect b="b" l="l" r="r" t="t"/>
                <a:pathLst>
                  <a:path extrusionOk="0" h="8777" w="9635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45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rect b="b" l="l" r="r" t="t"/>
                <a:pathLst>
                  <a:path extrusionOk="0" h="3757" w="2196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45" name="Google Shape;845;p45"/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846" name="Google Shape;846;p45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fmla="val 15109" name="adj"/>
              </a:avLst>
            </a:pr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45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fmla="val 42536" name="adj"/>
              </a:avLst>
            </a:prstGeom>
            <a:solidFill>
              <a:schemeClr val="l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8" name="Google Shape;848;p45"/>
          <p:cNvSpPr/>
          <p:nvPr/>
        </p:nvSpPr>
        <p:spPr>
          <a:xfrm>
            <a:off x="7036700" y="1335025"/>
            <a:ext cx="457208" cy="164590"/>
          </a:xfrm>
          <a:custGeom>
            <a:rect b="b" l="l" r="r" t="t"/>
            <a:pathLst>
              <a:path extrusionOk="0" h="3025" w="7903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45"/>
          <p:cNvSpPr/>
          <p:nvPr/>
        </p:nvSpPr>
        <p:spPr>
          <a:xfrm>
            <a:off x="1828788" y="4058207"/>
            <a:ext cx="457207" cy="59636"/>
          </a:xfrm>
          <a:custGeom>
            <a:rect b="b" l="l" r="r" t="t"/>
            <a:pathLst>
              <a:path extrusionOk="0" h="952" w="8294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5"/>
          <p:cNvSpPr/>
          <p:nvPr/>
        </p:nvSpPr>
        <p:spPr>
          <a:xfrm>
            <a:off x="1596448" y="3909555"/>
            <a:ext cx="457196" cy="57149"/>
          </a:xfrm>
          <a:custGeom>
            <a:rect b="b" l="l" r="r" t="t"/>
            <a:pathLst>
              <a:path extrusionOk="0" h="1391" w="11732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